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350" r:id="rId2"/>
    <p:sldId id="260" r:id="rId3"/>
    <p:sldId id="263" r:id="rId4"/>
    <p:sldId id="267" r:id="rId5"/>
    <p:sldId id="268" r:id="rId6"/>
    <p:sldId id="269" r:id="rId7"/>
    <p:sldId id="338" r:id="rId8"/>
    <p:sldId id="270" r:id="rId9"/>
    <p:sldId id="271" r:id="rId10"/>
    <p:sldId id="349" r:id="rId11"/>
    <p:sldId id="334" r:id="rId12"/>
    <p:sldId id="273" r:id="rId13"/>
    <p:sldId id="341" r:id="rId14"/>
    <p:sldId id="274" r:id="rId15"/>
    <p:sldId id="277" r:id="rId16"/>
    <p:sldId id="301" r:id="rId17"/>
    <p:sldId id="302" r:id="rId18"/>
    <p:sldId id="303" r:id="rId19"/>
    <p:sldId id="333" r:id="rId20"/>
    <p:sldId id="342" r:id="rId21"/>
    <p:sldId id="336" r:id="rId22"/>
    <p:sldId id="309" r:id="rId23"/>
    <p:sldId id="310" r:id="rId24"/>
    <p:sldId id="317" r:id="rId25"/>
    <p:sldId id="348" r:id="rId26"/>
    <p:sldId id="312" r:id="rId27"/>
    <p:sldId id="313" r:id="rId28"/>
    <p:sldId id="318" r:id="rId29"/>
    <p:sldId id="320" r:id="rId30"/>
    <p:sldId id="345" r:id="rId31"/>
    <p:sldId id="322" r:id="rId32"/>
    <p:sldId id="346" r:id="rId33"/>
    <p:sldId id="324" r:id="rId34"/>
    <p:sldId id="347" r:id="rId35"/>
    <p:sldId id="343" r:id="rId36"/>
    <p:sldId id="337" r:id="rId37"/>
    <p:sldId id="321" r:id="rId38"/>
    <p:sldId id="323" r:id="rId39"/>
    <p:sldId id="325" r:id="rId40"/>
    <p:sldId id="326" r:id="rId41"/>
    <p:sldId id="328" r:id="rId42"/>
    <p:sldId id="330" r:id="rId43"/>
    <p:sldId id="327" r:id="rId44"/>
    <p:sldId id="329" r:id="rId45"/>
    <p:sldId id="331" r:id="rId46"/>
    <p:sldId id="332" r:id="rId47"/>
  </p:sldIdLst>
  <p:sldSz cx="9144000" cy="6858000" type="screen4x3"/>
  <p:notesSz cx="6858000" cy="9144000"/>
  <p:defaultTextStyle>
    <a:defPPr>
      <a:defRPr lang="it-IT"/>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07"/>
  </p:normalViewPr>
  <p:slideViewPr>
    <p:cSldViewPr showGuides="1">
      <p:cViewPr>
        <p:scale>
          <a:sx n="188" d="100"/>
          <a:sy n="188" d="100"/>
        </p:scale>
        <p:origin x="-544" y="-26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CA7DEF-1604-8D0C-069A-3E713E4ED37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3C587A7A-A1CC-2682-BB5F-F0D3AFC267F3}"/>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24E5EA4D-F1B0-3141-B21F-7F18FB337594}" type="datetimeFigureOut">
              <a:rPr lang="en-US" altLang="it-IT"/>
              <a:pPr>
                <a:defRPr/>
              </a:pPr>
              <a:t>11/5/24</a:t>
            </a:fld>
            <a:endParaRPr lang="en-US" altLang="it-IT"/>
          </a:p>
        </p:txBody>
      </p:sp>
      <p:sp>
        <p:nvSpPr>
          <p:cNvPr id="4" name="Slide Image Placeholder 3">
            <a:extLst>
              <a:ext uri="{FF2B5EF4-FFF2-40B4-BE49-F238E27FC236}">
                <a16:creationId xmlns:a16="http://schemas.microsoft.com/office/drawing/2014/main" id="{885AD8C7-068C-2F65-2138-32FFF7E28913}"/>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A26CE34-61D5-325C-164C-4BBE2D2BE76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1D4B76A-223E-DBC9-F09F-853451FF09C9}"/>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5695B49A-6711-C675-80FD-124C4F43B6B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E17DB59-3325-4A4E-ACAE-8CC978A7CE16}" type="slidenum">
              <a:rPr lang="en-US" altLang="it-IT"/>
              <a:pPr>
                <a:defRPr/>
              </a:pPr>
              <a:t>‹N›</a:t>
            </a:fld>
            <a:endParaRPr lang="en-US" altLang="it-IT"/>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E43452E4-00CF-A862-7E59-67FAF2EFCE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Notes Placeholder 2">
            <a:extLst>
              <a:ext uri="{FF2B5EF4-FFF2-40B4-BE49-F238E27FC236}">
                <a16:creationId xmlns:a16="http://schemas.microsoft.com/office/drawing/2014/main" id="{47046382-947A-0F03-D388-6092D0E707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16387" name="Slide Number Placeholder 3">
            <a:extLst>
              <a:ext uri="{FF2B5EF4-FFF2-40B4-BE49-F238E27FC236}">
                <a16:creationId xmlns:a16="http://schemas.microsoft.com/office/drawing/2014/main" id="{C735C5E4-0A37-EC16-BFB3-94450A6B722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D82E784-C320-954F-98FC-0221DF8FA218}" type="slidenum">
              <a:rPr lang="en-US" altLang="it-IT" smtClean="0">
                <a:latin typeface="Arial" panose="020B0604020202020204" pitchFamily="34" charset="0"/>
              </a:rPr>
              <a:pPr>
                <a:spcBef>
                  <a:spcPct val="0"/>
                </a:spcBef>
              </a:pPr>
              <a:t>2</a:t>
            </a:fld>
            <a:endParaRPr lang="en-US" altLang="it-IT">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A0E66DAC-46ED-BE86-184E-932A0B3288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4" name="Notes Placeholder 2">
            <a:extLst>
              <a:ext uri="{FF2B5EF4-FFF2-40B4-BE49-F238E27FC236}">
                <a16:creationId xmlns:a16="http://schemas.microsoft.com/office/drawing/2014/main" id="{71C44858-3DBD-E5C8-E6E8-26CC42545A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18435" name="Slide Number Placeholder 3">
            <a:extLst>
              <a:ext uri="{FF2B5EF4-FFF2-40B4-BE49-F238E27FC236}">
                <a16:creationId xmlns:a16="http://schemas.microsoft.com/office/drawing/2014/main" id="{C9DB9EBC-F5D9-AE6D-F5E9-ADB8C240277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96CD85D0-4A0B-D44E-98BA-32F7C898883B}" type="slidenum">
              <a:rPr lang="en-US" altLang="it-IT" smtClean="0">
                <a:latin typeface="Arial" panose="020B0604020202020204" pitchFamily="34" charset="0"/>
              </a:rPr>
              <a:pPr>
                <a:spcBef>
                  <a:spcPct val="0"/>
                </a:spcBef>
              </a:pPr>
              <a:t>3</a:t>
            </a:fld>
            <a:endParaRPr lang="en-US" altLang="it-IT">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C160A7F1-F8DD-0275-33C0-1D7EB34225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es Placeholder 2">
            <a:extLst>
              <a:ext uri="{FF2B5EF4-FFF2-40B4-BE49-F238E27FC236}">
                <a16:creationId xmlns:a16="http://schemas.microsoft.com/office/drawing/2014/main" id="{64AAD7C9-EDA5-ACF8-0A09-AB8F9B58D5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20483" name="Slide Number Placeholder 3">
            <a:extLst>
              <a:ext uri="{FF2B5EF4-FFF2-40B4-BE49-F238E27FC236}">
                <a16:creationId xmlns:a16="http://schemas.microsoft.com/office/drawing/2014/main" id="{B6DB8EF6-5ED9-1FB2-1256-A341BE6F2B7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96B6639C-970D-2745-9CB3-D4B565C60C53}" type="slidenum">
              <a:rPr lang="en-US" altLang="it-IT" smtClean="0">
                <a:latin typeface="Arial" panose="020B0604020202020204" pitchFamily="34" charset="0"/>
              </a:rPr>
              <a:pPr>
                <a:spcBef>
                  <a:spcPct val="0"/>
                </a:spcBef>
              </a:pPr>
              <a:t>4</a:t>
            </a:fld>
            <a:endParaRPr lang="en-US" altLang="it-IT">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D80A5225-70A8-9D7C-F803-874E411995E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Notes Placeholder 2">
            <a:extLst>
              <a:ext uri="{FF2B5EF4-FFF2-40B4-BE49-F238E27FC236}">
                <a16:creationId xmlns:a16="http://schemas.microsoft.com/office/drawing/2014/main" id="{D1A2712F-A929-BAD7-2899-24E7B7E8ED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22531" name="Slide Number Placeholder 3">
            <a:extLst>
              <a:ext uri="{FF2B5EF4-FFF2-40B4-BE49-F238E27FC236}">
                <a16:creationId xmlns:a16="http://schemas.microsoft.com/office/drawing/2014/main" id="{E7AECA0A-796E-FED4-24A3-26EFF250D94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C506546D-47A2-5B4F-AE60-CAFDF37BA97E}" type="slidenum">
              <a:rPr lang="en-US" altLang="it-IT" smtClean="0">
                <a:latin typeface="Arial" panose="020B0604020202020204" pitchFamily="34" charset="0"/>
              </a:rPr>
              <a:pPr>
                <a:spcBef>
                  <a:spcPct val="0"/>
                </a:spcBef>
              </a:pPr>
              <a:t>5</a:t>
            </a:fld>
            <a:endParaRPr lang="en-US" altLang="it-IT">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0EE2BFA7-4E86-ECEE-92BE-4403558ED4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Notes Placeholder 2">
            <a:extLst>
              <a:ext uri="{FF2B5EF4-FFF2-40B4-BE49-F238E27FC236}">
                <a16:creationId xmlns:a16="http://schemas.microsoft.com/office/drawing/2014/main" id="{23802D98-EB18-DCAA-0AEB-3D69C85CB6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24579" name="Slide Number Placeholder 3">
            <a:extLst>
              <a:ext uri="{FF2B5EF4-FFF2-40B4-BE49-F238E27FC236}">
                <a16:creationId xmlns:a16="http://schemas.microsoft.com/office/drawing/2014/main" id="{F07CC0C2-4534-3DF2-B121-C4A96639791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4E4F3FE5-C373-7E47-BB48-8744B33E7A44}" type="slidenum">
              <a:rPr lang="en-US" altLang="it-IT" smtClean="0">
                <a:latin typeface="Arial" panose="020B0604020202020204" pitchFamily="34" charset="0"/>
              </a:rPr>
              <a:pPr>
                <a:spcBef>
                  <a:spcPct val="0"/>
                </a:spcBef>
              </a:pPr>
              <a:t>6</a:t>
            </a:fld>
            <a:endParaRPr lang="en-US" altLang="it-IT">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CA833845-F49D-AF7F-AC19-341478A394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6" name="Notes Placeholder 2">
            <a:extLst>
              <a:ext uri="{FF2B5EF4-FFF2-40B4-BE49-F238E27FC236}">
                <a16:creationId xmlns:a16="http://schemas.microsoft.com/office/drawing/2014/main" id="{8229DA5D-9094-57E9-F92A-9CEFD274F04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26627" name="Slide Number Placeholder 3">
            <a:extLst>
              <a:ext uri="{FF2B5EF4-FFF2-40B4-BE49-F238E27FC236}">
                <a16:creationId xmlns:a16="http://schemas.microsoft.com/office/drawing/2014/main" id="{DF7F1E84-B855-C5CF-5A1A-634245B330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C676E810-B145-A643-943E-967CC57EFE8A}" type="slidenum">
              <a:rPr lang="en-US" altLang="it-IT" smtClean="0">
                <a:latin typeface="Arial" panose="020B0604020202020204" pitchFamily="34" charset="0"/>
              </a:rPr>
              <a:pPr>
                <a:spcBef>
                  <a:spcPct val="0"/>
                </a:spcBef>
              </a:pPr>
              <a:t>7</a:t>
            </a:fld>
            <a:endParaRPr lang="en-US" altLang="it-IT">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A9F89452-C34A-127A-57B9-CA373ADC8DE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Notes Placeholder 2">
            <a:extLst>
              <a:ext uri="{FF2B5EF4-FFF2-40B4-BE49-F238E27FC236}">
                <a16:creationId xmlns:a16="http://schemas.microsoft.com/office/drawing/2014/main" id="{35646931-A776-B516-6805-C05F303F56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28675" name="Slide Number Placeholder 3">
            <a:extLst>
              <a:ext uri="{FF2B5EF4-FFF2-40B4-BE49-F238E27FC236}">
                <a16:creationId xmlns:a16="http://schemas.microsoft.com/office/drawing/2014/main" id="{D9BE18C3-8070-6377-31DF-30EAEC6BDA5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BE1B57B0-D88C-A24A-9168-1D6B7A826ECE}" type="slidenum">
              <a:rPr lang="en-US" altLang="it-IT" smtClean="0">
                <a:latin typeface="Arial" panose="020B0604020202020204" pitchFamily="34" charset="0"/>
              </a:rPr>
              <a:pPr>
                <a:spcBef>
                  <a:spcPct val="0"/>
                </a:spcBef>
              </a:pPr>
              <a:t>8</a:t>
            </a:fld>
            <a:endParaRPr lang="en-US" altLang="it-IT">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692EB49F-D7B0-0827-E028-D0BF3875AD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Notes Placeholder 2">
            <a:extLst>
              <a:ext uri="{FF2B5EF4-FFF2-40B4-BE49-F238E27FC236}">
                <a16:creationId xmlns:a16="http://schemas.microsoft.com/office/drawing/2014/main" id="{DCB5BB1C-9508-12AB-0DDA-3436E3D0785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30723" name="Slide Number Placeholder 3">
            <a:extLst>
              <a:ext uri="{FF2B5EF4-FFF2-40B4-BE49-F238E27FC236}">
                <a16:creationId xmlns:a16="http://schemas.microsoft.com/office/drawing/2014/main" id="{551B77F0-DA94-C7D3-8FDC-CC1CAB074F2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B8B3D1DD-8816-0B44-9FA4-48BD0907A3CD}" type="slidenum">
              <a:rPr lang="en-US" altLang="it-IT" smtClean="0">
                <a:latin typeface="Arial" panose="020B0604020202020204" pitchFamily="34" charset="0"/>
              </a:rPr>
              <a:pPr>
                <a:spcBef>
                  <a:spcPct val="0"/>
                </a:spcBef>
              </a:pPr>
              <a:t>9</a:t>
            </a:fld>
            <a:endParaRPr lang="en-US" altLang="it-IT">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180D330D-312D-4F54-C52E-A1AFB2FC66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40BED738-A43A-C4EC-8282-8506B3FEEE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33795" name="Slide Number Placeholder 3">
            <a:extLst>
              <a:ext uri="{FF2B5EF4-FFF2-40B4-BE49-F238E27FC236}">
                <a16:creationId xmlns:a16="http://schemas.microsoft.com/office/drawing/2014/main" id="{DD63B926-7242-35B0-4005-AC335F9C4E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BCEC9E7C-AC6B-0848-9F6E-0A349A5A721F}" type="slidenum">
              <a:rPr lang="en-US" altLang="it-IT" smtClean="0">
                <a:latin typeface="Arial" panose="020B0604020202020204" pitchFamily="34" charset="0"/>
              </a:rPr>
              <a:pPr>
                <a:spcBef>
                  <a:spcPct val="0"/>
                </a:spcBef>
              </a:pPr>
              <a:t>11</a:t>
            </a:fld>
            <a:endParaRPr lang="en-US" altLang="it-IT">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B3503AC8-1F6F-C5FE-1343-FDB4219818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2" name="Notes Placeholder 2">
            <a:extLst>
              <a:ext uri="{FF2B5EF4-FFF2-40B4-BE49-F238E27FC236}">
                <a16:creationId xmlns:a16="http://schemas.microsoft.com/office/drawing/2014/main" id="{C13C45FE-2868-AB65-9F8E-05C355A4B1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35843" name="Slide Number Placeholder 3">
            <a:extLst>
              <a:ext uri="{FF2B5EF4-FFF2-40B4-BE49-F238E27FC236}">
                <a16:creationId xmlns:a16="http://schemas.microsoft.com/office/drawing/2014/main" id="{BA396B03-908C-338A-796D-A7A49597A6E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6F743B98-1796-C946-9039-31486ECCED2C}" type="slidenum">
              <a:rPr lang="en-US" altLang="it-IT" smtClean="0">
                <a:latin typeface="Arial" panose="020B0604020202020204" pitchFamily="34" charset="0"/>
              </a:rPr>
              <a:pPr>
                <a:spcBef>
                  <a:spcPct val="0"/>
                </a:spcBef>
              </a:pPr>
              <a:t>12</a:t>
            </a:fld>
            <a:endParaRPr lang="en-US" altLang="it-IT">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a:extLst>
              <a:ext uri="{FF2B5EF4-FFF2-40B4-BE49-F238E27FC236}">
                <a16:creationId xmlns:a16="http://schemas.microsoft.com/office/drawing/2014/main" id="{AC08FFA8-9ED8-3D5C-3BA7-6889C7A73B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0" name="Notes Placeholder 2">
            <a:extLst>
              <a:ext uri="{FF2B5EF4-FFF2-40B4-BE49-F238E27FC236}">
                <a16:creationId xmlns:a16="http://schemas.microsoft.com/office/drawing/2014/main" id="{0B48395B-FBA5-191A-3B08-F04809FFCB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37891" name="Slide Number Placeholder 3">
            <a:extLst>
              <a:ext uri="{FF2B5EF4-FFF2-40B4-BE49-F238E27FC236}">
                <a16:creationId xmlns:a16="http://schemas.microsoft.com/office/drawing/2014/main" id="{F3157FFD-CC66-1E8A-8DBF-737B40FEDDC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15B06732-9DEF-0D41-8EF4-986C2D91141E}" type="slidenum">
              <a:rPr lang="en-US" altLang="it-IT" smtClean="0">
                <a:latin typeface="Arial" panose="020B0604020202020204" pitchFamily="34" charset="0"/>
              </a:rPr>
              <a:pPr>
                <a:spcBef>
                  <a:spcPct val="0"/>
                </a:spcBef>
              </a:pPr>
              <a:t>13</a:t>
            </a:fld>
            <a:endParaRPr lang="en-US" altLang="it-IT">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a:extLst>
              <a:ext uri="{FF2B5EF4-FFF2-40B4-BE49-F238E27FC236}">
                <a16:creationId xmlns:a16="http://schemas.microsoft.com/office/drawing/2014/main" id="{9D7DB24D-5DD7-E37A-B953-2B5D10F602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8" name="Notes Placeholder 2">
            <a:extLst>
              <a:ext uri="{FF2B5EF4-FFF2-40B4-BE49-F238E27FC236}">
                <a16:creationId xmlns:a16="http://schemas.microsoft.com/office/drawing/2014/main" id="{6753948F-DDEC-CE09-CBD1-E6E5FA4A81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39939" name="Slide Number Placeholder 3">
            <a:extLst>
              <a:ext uri="{FF2B5EF4-FFF2-40B4-BE49-F238E27FC236}">
                <a16:creationId xmlns:a16="http://schemas.microsoft.com/office/drawing/2014/main" id="{349F3C5E-0B3B-882D-8A65-68983426A02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370A68FF-C2A4-3E42-A667-B649E218B1D8}" type="slidenum">
              <a:rPr lang="en-US" altLang="it-IT" smtClean="0">
                <a:latin typeface="Arial" panose="020B0604020202020204" pitchFamily="34" charset="0"/>
              </a:rPr>
              <a:pPr>
                <a:spcBef>
                  <a:spcPct val="0"/>
                </a:spcBef>
              </a:pPr>
              <a:t>14</a:t>
            </a:fld>
            <a:endParaRPr lang="en-US" altLang="it-IT">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a:extLst>
              <a:ext uri="{FF2B5EF4-FFF2-40B4-BE49-F238E27FC236}">
                <a16:creationId xmlns:a16="http://schemas.microsoft.com/office/drawing/2014/main" id="{5F8E2E00-A0AB-58F5-B3AD-775C286D6E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6" name="Notes Placeholder 2">
            <a:extLst>
              <a:ext uri="{FF2B5EF4-FFF2-40B4-BE49-F238E27FC236}">
                <a16:creationId xmlns:a16="http://schemas.microsoft.com/office/drawing/2014/main" id="{F5020194-8FCB-50C9-9E9D-C3D81547DA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41987" name="Slide Number Placeholder 3">
            <a:extLst>
              <a:ext uri="{FF2B5EF4-FFF2-40B4-BE49-F238E27FC236}">
                <a16:creationId xmlns:a16="http://schemas.microsoft.com/office/drawing/2014/main" id="{39C71DD0-B9EE-E737-7E92-11F9B5C1199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62AB77E0-35B0-3F40-8E5B-8A1F893D8DA5}" type="slidenum">
              <a:rPr lang="en-US" altLang="it-IT" smtClean="0">
                <a:latin typeface="Arial" panose="020B0604020202020204" pitchFamily="34" charset="0"/>
              </a:rPr>
              <a:pPr>
                <a:spcBef>
                  <a:spcPct val="0"/>
                </a:spcBef>
              </a:pPr>
              <a:t>15</a:t>
            </a:fld>
            <a:endParaRPr lang="en-US" altLang="it-IT">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a:extLst>
              <a:ext uri="{FF2B5EF4-FFF2-40B4-BE49-F238E27FC236}">
                <a16:creationId xmlns:a16="http://schemas.microsoft.com/office/drawing/2014/main" id="{AD94BA94-E0B4-C5FE-E1FD-B66ED33A14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4" name="Notes Placeholder 2">
            <a:extLst>
              <a:ext uri="{FF2B5EF4-FFF2-40B4-BE49-F238E27FC236}">
                <a16:creationId xmlns:a16="http://schemas.microsoft.com/office/drawing/2014/main" id="{58F651D3-390C-5129-1BD8-F8F586D528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44035" name="Slide Number Placeholder 3">
            <a:extLst>
              <a:ext uri="{FF2B5EF4-FFF2-40B4-BE49-F238E27FC236}">
                <a16:creationId xmlns:a16="http://schemas.microsoft.com/office/drawing/2014/main" id="{6D215032-453A-4ADD-467E-FFE03012B17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66C7A557-07D1-0746-8FFD-4ABF6900DE9E}" type="slidenum">
              <a:rPr lang="en-US" altLang="it-IT" smtClean="0">
                <a:latin typeface="Arial" panose="020B0604020202020204" pitchFamily="34" charset="0"/>
              </a:rPr>
              <a:pPr>
                <a:spcBef>
                  <a:spcPct val="0"/>
                </a:spcBef>
              </a:pPr>
              <a:t>16</a:t>
            </a:fld>
            <a:endParaRPr lang="en-US" altLang="it-IT">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a:extLst>
              <a:ext uri="{FF2B5EF4-FFF2-40B4-BE49-F238E27FC236}">
                <a16:creationId xmlns:a16="http://schemas.microsoft.com/office/drawing/2014/main" id="{51B63708-9EC2-A36E-F48C-245A2B98F4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2" name="Notes Placeholder 2">
            <a:extLst>
              <a:ext uri="{FF2B5EF4-FFF2-40B4-BE49-F238E27FC236}">
                <a16:creationId xmlns:a16="http://schemas.microsoft.com/office/drawing/2014/main" id="{FA479BA1-A1BE-936E-15B4-4AC433B457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46083" name="Slide Number Placeholder 3">
            <a:extLst>
              <a:ext uri="{FF2B5EF4-FFF2-40B4-BE49-F238E27FC236}">
                <a16:creationId xmlns:a16="http://schemas.microsoft.com/office/drawing/2014/main" id="{77FFD5B6-07EF-B7AD-7295-7D82C0E1876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D051114D-B2FC-444C-8AFB-A8BABA26C6B0}" type="slidenum">
              <a:rPr lang="en-US" altLang="it-IT" smtClean="0">
                <a:latin typeface="Arial" panose="020B0604020202020204" pitchFamily="34" charset="0"/>
              </a:rPr>
              <a:pPr>
                <a:spcBef>
                  <a:spcPct val="0"/>
                </a:spcBef>
              </a:pPr>
              <a:t>17</a:t>
            </a:fld>
            <a:endParaRPr lang="en-US" altLang="it-IT">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a:extLst>
              <a:ext uri="{FF2B5EF4-FFF2-40B4-BE49-F238E27FC236}">
                <a16:creationId xmlns:a16="http://schemas.microsoft.com/office/drawing/2014/main" id="{D8175E7B-2D1E-9245-8F1C-F2C7E78939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0" name="Notes Placeholder 2">
            <a:extLst>
              <a:ext uri="{FF2B5EF4-FFF2-40B4-BE49-F238E27FC236}">
                <a16:creationId xmlns:a16="http://schemas.microsoft.com/office/drawing/2014/main" id="{31020D78-D682-1374-F0AF-BDA2B9844E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48131" name="Slide Number Placeholder 3">
            <a:extLst>
              <a:ext uri="{FF2B5EF4-FFF2-40B4-BE49-F238E27FC236}">
                <a16:creationId xmlns:a16="http://schemas.microsoft.com/office/drawing/2014/main" id="{4DADA4D7-8044-CF07-650C-556157FE957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A3C92153-5F36-E84D-B3FE-AFC9EFF4F183}" type="slidenum">
              <a:rPr lang="en-US" altLang="it-IT" smtClean="0">
                <a:latin typeface="Arial" panose="020B0604020202020204" pitchFamily="34" charset="0"/>
              </a:rPr>
              <a:pPr>
                <a:spcBef>
                  <a:spcPct val="0"/>
                </a:spcBef>
              </a:pPr>
              <a:t>18</a:t>
            </a:fld>
            <a:endParaRPr lang="en-US" altLang="it-IT">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a:extLst>
              <a:ext uri="{FF2B5EF4-FFF2-40B4-BE49-F238E27FC236}">
                <a16:creationId xmlns:a16="http://schemas.microsoft.com/office/drawing/2014/main" id="{98CA7013-5792-00D1-D5A4-1DB3768B5C0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8" name="Notes Placeholder 2">
            <a:extLst>
              <a:ext uri="{FF2B5EF4-FFF2-40B4-BE49-F238E27FC236}">
                <a16:creationId xmlns:a16="http://schemas.microsoft.com/office/drawing/2014/main" id="{DB12FEEF-411A-22B5-B094-6BF70B957F5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50179" name="Slide Number Placeholder 3">
            <a:extLst>
              <a:ext uri="{FF2B5EF4-FFF2-40B4-BE49-F238E27FC236}">
                <a16:creationId xmlns:a16="http://schemas.microsoft.com/office/drawing/2014/main" id="{137612C8-782A-FB8D-F548-AF42ED125A6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B9483850-0C85-F449-8600-BAA003F1BFB0}" type="slidenum">
              <a:rPr lang="en-US" altLang="it-IT" smtClean="0">
                <a:latin typeface="Arial" panose="020B0604020202020204" pitchFamily="34" charset="0"/>
              </a:rPr>
              <a:pPr>
                <a:spcBef>
                  <a:spcPct val="0"/>
                </a:spcBef>
              </a:pPr>
              <a:t>19</a:t>
            </a:fld>
            <a:endParaRPr lang="en-US" altLang="it-IT">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Image Placeholder 1">
            <a:extLst>
              <a:ext uri="{FF2B5EF4-FFF2-40B4-BE49-F238E27FC236}">
                <a16:creationId xmlns:a16="http://schemas.microsoft.com/office/drawing/2014/main" id="{7DDA03E8-66A2-AB43-9E37-9A8E3ECA85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6" name="Notes Placeholder 2">
            <a:extLst>
              <a:ext uri="{FF2B5EF4-FFF2-40B4-BE49-F238E27FC236}">
                <a16:creationId xmlns:a16="http://schemas.microsoft.com/office/drawing/2014/main" id="{42BBE252-AFAB-CEA6-E456-DBB31DFD2A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it-IT">
              <a:ea typeface="ＭＳ Ｐゴシック" panose="020B0600070205080204" pitchFamily="34" charset="-128"/>
            </a:endParaRPr>
          </a:p>
        </p:txBody>
      </p:sp>
      <p:sp>
        <p:nvSpPr>
          <p:cNvPr id="52227" name="Slide Number Placeholder 3">
            <a:extLst>
              <a:ext uri="{FF2B5EF4-FFF2-40B4-BE49-F238E27FC236}">
                <a16:creationId xmlns:a16="http://schemas.microsoft.com/office/drawing/2014/main" id="{0DEF33F5-8A59-6157-5BA3-F76CD557374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9C9516F9-EAED-7140-AA22-3D63A38D4446}" type="slidenum">
              <a:rPr lang="en-US" altLang="it-IT" smtClean="0">
                <a:latin typeface="Arial" panose="020B0604020202020204" pitchFamily="34" charset="0"/>
              </a:rPr>
              <a:pPr>
                <a:spcBef>
                  <a:spcPct val="0"/>
                </a:spcBef>
              </a:pPr>
              <a:t>20</a:t>
            </a:fld>
            <a:endParaRPr lang="en-US" altLang="it-IT">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6C0654E2-9A24-F316-379D-A4C53903C0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4" name="Notes Placeholder 2">
            <a:extLst>
              <a:ext uri="{FF2B5EF4-FFF2-40B4-BE49-F238E27FC236}">
                <a16:creationId xmlns:a16="http://schemas.microsoft.com/office/drawing/2014/main" id="{5E626ED3-6938-A2AF-5C3C-3B07FE90FA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54275" name="Slide Number Placeholder 3">
            <a:extLst>
              <a:ext uri="{FF2B5EF4-FFF2-40B4-BE49-F238E27FC236}">
                <a16:creationId xmlns:a16="http://schemas.microsoft.com/office/drawing/2014/main" id="{FFD5E255-22FD-E9C4-2376-A564631998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DBE6CD54-6C93-E34D-9748-C6EE9F83EA1B}" type="slidenum">
              <a:rPr lang="en-US" altLang="it-IT" smtClean="0">
                <a:latin typeface="Arial" panose="020B0604020202020204" pitchFamily="34" charset="0"/>
              </a:rPr>
              <a:pPr>
                <a:spcBef>
                  <a:spcPct val="0"/>
                </a:spcBef>
              </a:pPr>
              <a:t>21</a:t>
            </a:fld>
            <a:endParaRPr lang="en-US" altLang="it-IT">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a:extLst>
              <a:ext uri="{FF2B5EF4-FFF2-40B4-BE49-F238E27FC236}">
                <a16:creationId xmlns:a16="http://schemas.microsoft.com/office/drawing/2014/main" id="{1789FF3F-F1B8-2982-6548-F8227E0BFD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2" name="Notes Placeholder 2">
            <a:extLst>
              <a:ext uri="{FF2B5EF4-FFF2-40B4-BE49-F238E27FC236}">
                <a16:creationId xmlns:a16="http://schemas.microsoft.com/office/drawing/2014/main" id="{1141101F-13D0-9C24-4EF2-8A1BDFDE147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56323" name="Slide Number Placeholder 3">
            <a:extLst>
              <a:ext uri="{FF2B5EF4-FFF2-40B4-BE49-F238E27FC236}">
                <a16:creationId xmlns:a16="http://schemas.microsoft.com/office/drawing/2014/main" id="{1E93B007-9BC3-0C20-D274-5BBB4F4FBB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0D332313-2494-EF45-A4D5-A76EE33464AB}" type="slidenum">
              <a:rPr lang="en-US" altLang="it-IT" smtClean="0">
                <a:latin typeface="Arial" panose="020B0604020202020204" pitchFamily="34" charset="0"/>
              </a:rPr>
              <a:pPr>
                <a:spcBef>
                  <a:spcPct val="0"/>
                </a:spcBef>
              </a:pPr>
              <a:t>22</a:t>
            </a:fld>
            <a:endParaRPr lang="en-US" altLang="it-IT">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Image Placeholder 1">
            <a:extLst>
              <a:ext uri="{FF2B5EF4-FFF2-40B4-BE49-F238E27FC236}">
                <a16:creationId xmlns:a16="http://schemas.microsoft.com/office/drawing/2014/main" id="{54C40C24-11C3-4B72-5AE4-E5F244F51F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0" name="Notes Placeholder 2">
            <a:extLst>
              <a:ext uri="{FF2B5EF4-FFF2-40B4-BE49-F238E27FC236}">
                <a16:creationId xmlns:a16="http://schemas.microsoft.com/office/drawing/2014/main" id="{51CAD536-E87E-B45E-2538-BE5502629B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58371" name="Slide Number Placeholder 3">
            <a:extLst>
              <a:ext uri="{FF2B5EF4-FFF2-40B4-BE49-F238E27FC236}">
                <a16:creationId xmlns:a16="http://schemas.microsoft.com/office/drawing/2014/main" id="{B81E75C1-1145-6F42-D5BD-8E7381325A7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ADC801B-B171-A349-B616-4F316A16FEEE}" type="slidenum">
              <a:rPr lang="en-US" altLang="it-IT" smtClean="0">
                <a:latin typeface="Arial" panose="020B0604020202020204" pitchFamily="34" charset="0"/>
              </a:rPr>
              <a:pPr>
                <a:spcBef>
                  <a:spcPct val="0"/>
                </a:spcBef>
              </a:pPr>
              <a:t>23</a:t>
            </a:fld>
            <a:endParaRPr lang="en-US" altLang="it-IT">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a:extLst>
              <a:ext uri="{FF2B5EF4-FFF2-40B4-BE49-F238E27FC236}">
                <a16:creationId xmlns:a16="http://schemas.microsoft.com/office/drawing/2014/main" id="{1B1DBE9E-E278-45E6-FD71-175CBF4044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8" name="Notes Placeholder 2">
            <a:extLst>
              <a:ext uri="{FF2B5EF4-FFF2-40B4-BE49-F238E27FC236}">
                <a16:creationId xmlns:a16="http://schemas.microsoft.com/office/drawing/2014/main" id="{F1F8D9C7-4EAF-E3AD-CCF1-E344885F12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60419" name="Slide Number Placeholder 3">
            <a:extLst>
              <a:ext uri="{FF2B5EF4-FFF2-40B4-BE49-F238E27FC236}">
                <a16:creationId xmlns:a16="http://schemas.microsoft.com/office/drawing/2014/main" id="{87FBBF46-404B-4EB2-8FB0-0F2C7DEDB1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C9B37A82-2768-E24D-8A38-743767A32A88}" type="slidenum">
              <a:rPr lang="en-US" altLang="it-IT" smtClean="0">
                <a:latin typeface="Arial" panose="020B0604020202020204" pitchFamily="34" charset="0"/>
              </a:rPr>
              <a:pPr>
                <a:spcBef>
                  <a:spcPct val="0"/>
                </a:spcBef>
              </a:pPr>
              <a:t>24</a:t>
            </a:fld>
            <a:endParaRPr lang="en-US" altLang="it-IT">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a:extLst>
              <a:ext uri="{FF2B5EF4-FFF2-40B4-BE49-F238E27FC236}">
                <a16:creationId xmlns:a16="http://schemas.microsoft.com/office/drawing/2014/main" id="{7AB33D8B-237F-2EE5-9A57-BF49BB2164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Notes Placeholder 2">
            <a:extLst>
              <a:ext uri="{FF2B5EF4-FFF2-40B4-BE49-F238E27FC236}">
                <a16:creationId xmlns:a16="http://schemas.microsoft.com/office/drawing/2014/main" id="{5FA28DE4-740B-CBC5-389F-7A3C39D9EF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63491" name="Slide Number Placeholder 3">
            <a:extLst>
              <a:ext uri="{FF2B5EF4-FFF2-40B4-BE49-F238E27FC236}">
                <a16:creationId xmlns:a16="http://schemas.microsoft.com/office/drawing/2014/main" id="{70999F26-5744-2EC9-CAE1-DEACAAE9A7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807BE690-5BEF-BC4D-B54D-02FA6763201C}" type="slidenum">
              <a:rPr lang="en-US" altLang="it-IT" smtClean="0">
                <a:latin typeface="Arial" panose="020B0604020202020204" pitchFamily="34" charset="0"/>
              </a:rPr>
              <a:pPr>
                <a:spcBef>
                  <a:spcPct val="0"/>
                </a:spcBef>
              </a:pPr>
              <a:t>26</a:t>
            </a:fld>
            <a:endParaRPr lang="en-US" altLang="it-IT">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a:extLst>
              <a:ext uri="{FF2B5EF4-FFF2-40B4-BE49-F238E27FC236}">
                <a16:creationId xmlns:a16="http://schemas.microsoft.com/office/drawing/2014/main" id="{9EF2ECB7-97E4-848C-08E2-4D2D7E3390C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Notes Placeholder 2">
            <a:extLst>
              <a:ext uri="{FF2B5EF4-FFF2-40B4-BE49-F238E27FC236}">
                <a16:creationId xmlns:a16="http://schemas.microsoft.com/office/drawing/2014/main" id="{3B5DD32D-76F8-CF47-19A6-EE8AE5B975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65539" name="Slide Number Placeholder 3">
            <a:extLst>
              <a:ext uri="{FF2B5EF4-FFF2-40B4-BE49-F238E27FC236}">
                <a16:creationId xmlns:a16="http://schemas.microsoft.com/office/drawing/2014/main" id="{98B73575-CF47-3FC8-F285-398562BFE8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602F85D-273D-664C-8386-59B709F6F4A3}" type="slidenum">
              <a:rPr lang="en-US" altLang="it-IT" smtClean="0">
                <a:latin typeface="Arial" panose="020B0604020202020204" pitchFamily="34" charset="0"/>
              </a:rPr>
              <a:pPr>
                <a:spcBef>
                  <a:spcPct val="0"/>
                </a:spcBef>
              </a:pPr>
              <a:t>27</a:t>
            </a:fld>
            <a:endParaRPr lang="en-US" altLang="it-IT">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a:extLst>
              <a:ext uri="{FF2B5EF4-FFF2-40B4-BE49-F238E27FC236}">
                <a16:creationId xmlns:a16="http://schemas.microsoft.com/office/drawing/2014/main" id="{B21BD50B-B35D-BF9F-16BD-9DA200F933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Notes Placeholder 2">
            <a:extLst>
              <a:ext uri="{FF2B5EF4-FFF2-40B4-BE49-F238E27FC236}">
                <a16:creationId xmlns:a16="http://schemas.microsoft.com/office/drawing/2014/main" id="{A92A8B5C-78EE-C2C8-9BCB-D31306EF45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67587" name="Slide Number Placeholder 3">
            <a:extLst>
              <a:ext uri="{FF2B5EF4-FFF2-40B4-BE49-F238E27FC236}">
                <a16:creationId xmlns:a16="http://schemas.microsoft.com/office/drawing/2014/main" id="{6F502F2D-7719-F88E-97BA-FA535288908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9570AEC2-D5F4-DD45-B968-7BA2961708D4}" type="slidenum">
              <a:rPr lang="en-US" altLang="it-IT" smtClean="0">
                <a:latin typeface="Arial" panose="020B0604020202020204" pitchFamily="34" charset="0"/>
              </a:rPr>
              <a:pPr>
                <a:spcBef>
                  <a:spcPct val="0"/>
                </a:spcBef>
              </a:pPr>
              <a:t>28</a:t>
            </a:fld>
            <a:endParaRPr lang="en-US" altLang="it-IT">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a:extLst>
              <a:ext uri="{FF2B5EF4-FFF2-40B4-BE49-F238E27FC236}">
                <a16:creationId xmlns:a16="http://schemas.microsoft.com/office/drawing/2014/main" id="{AF4865B5-A12D-D556-AF21-52F8E5B4DD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Notes Placeholder 2">
            <a:extLst>
              <a:ext uri="{FF2B5EF4-FFF2-40B4-BE49-F238E27FC236}">
                <a16:creationId xmlns:a16="http://schemas.microsoft.com/office/drawing/2014/main" id="{A280F9AF-C376-11BC-D863-0DAB42EBAD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69635" name="Slide Number Placeholder 3">
            <a:extLst>
              <a:ext uri="{FF2B5EF4-FFF2-40B4-BE49-F238E27FC236}">
                <a16:creationId xmlns:a16="http://schemas.microsoft.com/office/drawing/2014/main" id="{3F7E78C9-5099-B752-9B23-4FCF4D3021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F0D499CC-89E3-BF49-BA59-959D8F6D25DB}" type="slidenum">
              <a:rPr lang="en-US" altLang="it-IT" smtClean="0">
                <a:latin typeface="Arial" panose="020B0604020202020204" pitchFamily="34" charset="0"/>
              </a:rPr>
              <a:pPr>
                <a:spcBef>
                  <a:spcPct val="0"/>
                </a:spcBef>
              </a:pPr>
              <a:t>29</a:t>
            </a:fld>
            <a:endParaRPr lang="en-US" altLang="it-IT">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a:extLst>
              <a:ext uri="{FF2B5EF4-FFF2-40B4-BE49-F238E27FC236}">
                <a16:creationId xmlns:a16="http://schemas.microsoft.com/office/drawing/2014/main" id="{1ED137AA-11A4-4B34-788E-719245F848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2" name="Notes Placeholder 2">
            <a:extLst>
              <a:ext uri="{FF2B5EF4-FFF2-40B4-BE49-F238E27FC236}">
                <a16:creationId xmlns:a16="http://schemas.microsoft.com/office/drawing/2014/main" id="{47608FF3-F013-A260-E2AE-DD6DB62FC5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71683" name="Slide Number Placeholder 3">
            <a:extLst>
              <a:ext uri="{FF2B5EF4-FFF2-40B4-BE49-F238E27FC236}">
                <a16:creationId xmlns:a16="http://schemas.microsoft.com/office/drawing/2014/main" id="{0CAA8FE5-C998-1542-5BAB-041FF9335B6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D9DA4AEA-BEB8-EE49-9620-B01710F9146C}" type="slidenum">
              <a:rPr lang="en-US" altLang="it-IT" smtClean="0">
                <a:latin typeface="Arial" panose="020B0604020202020204" pitchFamily="34" charset="0"/>
              </a:rPr>
              <a:pPr>
                <a:spcBef>
                  <a:spcPct val="0"/>
                </a:spcBef>
              </a:pPr>
              <a:t>30</a:t>
            </a:fld>
            <a:endParaRPr lang="en-US" altLang="it-IT">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a:extLst>
              <a:ext uri="{FF2B5EF4-FFF2-40B4-BE49-F238E27FC236}">
                <a16:creationId xmlns:a16="http://schemas.microsoft.com/office/drawing/2014/main" id="{D0BAE017-EFF9-8C0A-AC53-CA3485B0D8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0" name="Notes Placeholder 2">
            <a:extLst>
              <a:ext uri="{FF2B5EF4-FFF2-40B4-BE49-F238E27FC236}">
                <a16:creationId xmlns:a16="http://schemas.microsoft.com/office/drawing/2014/main" id="{A6D8C7D6-3153-C134-7325-187616109A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73731" name="Slide Number Placeholder 3">
            <a:extLst>
              <a:ext uri="{FF2B5EF4-FFF2-40B4-BE49-F238E27FC236}">
                <a16:creationId xmlns:a16="http://schemas.microsoft.com/office/drawing/2014/main" id="{E9650AC4-5C49-4E53-F215-413FDC359EF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8E42CC16-89EA-4F4C-B3DD-E5776968D3B3}" type="slidenum">
              <a:rPr lang="en-US" altLang="it-IT" smtClean="0">
                <a:latin typeface="Arial" panose="020B0604020202020204" pitchFamily="34" charset="0"/>
              </a:rPr>
              <a:pPr>
                <a:spcBef>
                  <a:spcPct val="0"/>
                </a:spcBef>
              </a:pPr>
              <a:t>31</a:t>
            </a:fld>
            <a:endParaRPr lang="en-US" altLang="it-IT">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a:extLst>
              <a:ext uri="{FF2B5EF4-FFF2-40B4-BE49-F238E27FC236}">
                <a16:creationId xmlns:a16="http://schemas.microsoft.com/office/drawing/2014/main" id="{E11D5E5E-7BFE-DA4D-40EA-B2C5908CFB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8" name="Notes Placeholder 2">
            <a:extLst>
              <a:ext uri="{FF2B5EF4-FFF2-40B4-BE49-F238E27FC236}">
                <a16:creationId xmlns:a16="http://schemas.microsoft.com/office/drawing/2014/main" id="{843971AF-CB4E-C421-4811-C123F7A041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75779" name="Slide Number Placeholder 3">
            <a:extLst>
              <a:ext uri="{FF2B5EF4-FFF2-40B4-BE49-F238E27FC236}">
                <a16:creationId xmlns:a16="http://schemas.microsoft.com/office/drawing/2014/main" id="{5937B5A8-341A-20E1-1A2E-B42BFED046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6C522883-E4D8-EC47-B098-A8F6912FA110}" type="slidenum">
              <a:rPr lang="en-US" altLang="it-IT" smtClean="0">
                <a:latin typeface="Arial" panose="020B0604020202020204" pitchFamily="34" charset="0"/>
              </a:rPr>
              <a:pPr>
                <a:spcBef>
                  <a:spcPct val="0"/>
                </a:spcBef>
              </a:pPr>
              <a:t>32</a:t>
            </a:fld>
            <a:endParaRPr lang="en-US" altLang="it-IT">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a:extLst>
              <a:ext uri="{FF2B5EF4-FFF2-40B4-BE49-F238E27FC236}">
                <a16:creationId xmlns:a16="http://schemas.microsoft.com/office/drawing/2014/main" id="{B11F8ADF-E19F-F4C8-D182-A69FE26958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6" name="Notes Placeholder 2">
            <a:extLst>
              <a:ext uri="{FF2B5EF4-FFF2-40B4-BE49-F238E27FC236}">
                <a16:creationId xmlns:a16="http://schemas.microsoft.com/office/drawing/2014/main" id="{271B15ED-CBBA-0F04-AEDB-7EE4AF094C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77827" name="Slide Number Placeholder 3">
            <a:extLst>
              <a:ext uri="{FF2B5EF4-FFF2-40B4-BE49-F238E27FC236}">
                <a16:creationId xmlns:a16="http://schemas.microsoft.com/office/drawing/2014/main" id="{083A56D3-5E6B-85B1-4165-67321A287D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D26F86C-847E-7544-8EBD-150B7227B8F5}" type="slidenum">
              <a:rPr lang="en-US" altLang="it-IT" smtClean="0">
                <a:latin typeface="Arial" panose="020B0604020202020204" pitchFamily="34" charset="0"/>
              </a:rPr>
              <a:pPr>
                <a:spcBef>
                  <a:spcPct val="0"/>
                </a:spcBef>
              </a:pPr>
              <a:t>33</a:t>
            </a:fld>
            <a:endParaRPr lang="en-US" altLang="it-IT">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a:extLst>
              <a:ext uri="{FF2B5EF4-FFF2-40B4-BE49-F238E27FC236}">
                <a16:creationId xmlns:a16="http://schemas.microsoft.com/office/drawing/2014/main" id="{2BC0F710-E5E6-5502-55E2-6663BBE53D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4" name="Notes Placeholder 2">
            <a:extLst>
              <a:ext uri="{FF2B5EF4-FFF2-40B4-BE49-F238E27FC236}">
                <a16:creationId xmlns:a16="http://schemas.microsoft.com/office/drawing/2014/main" id="{6F21849C-9802-AE8A-900F-0620FCC3333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79875" name="Slide Number Placeholder 3">
            <a:extLst>
              <a:ext uri="{FF2B5EF4-FFF2-40B4-BE49-F238E27FC236}">
                <a16:creationId xmlns:a16="http://schemas.microsoft.com/office/drawing/2014/main" id="{262A0D6F-C34D-4743-B063-AFD0E73D02E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4AC435AB-7AFD-B34B-990A-1767B080147E}" type="slidenum">
              <a:rPr lang="en-US" altLang="it-IT" smtClean="0">
                <a:latin typeface="Arial" panose="020B0604020202020204" pitchFamily="34" charset="0"/>
              </a:rPr>
              <a:pPr>
                <a:spcBef>
                  <a:spcPct val="0"/>
                </a:spcBef>
              </a:pPr>
              <a:t>34</a:t>
            </a:fld>
            <a:endParaRPr lang="en-US" altLang="it-IT">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a:extLst>
              <a:ext uri="{FF2B5EF4-FFF2-40B4-BE49-F238E27FC236}">
                <a16:creationId xmlns:a16="http://schemas.microsoft.com/office/drawing/2014/main" id="{AE8CB920-0D60-E1FA-E925-A3F8C48663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2" name="Notes Placeholder 2">
            <a:extLst>
              <a:ext uri="{FF2B5EF4-FFF2-40B4-BE49-F238E27FC236}">
                <a16:creationId xmlns:a16="http://schemas.microsoft.com/office/drawing/2014/main" id="{94BD5391-DD2E-1D6D-886C-467CAD438D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it-IT">
              <a:ea typeface="ＭＳ Ｐゴシック" panose="020B0600070205080204" pitchFamily="34" charset="-128"/>
            </a:endParaRPr>
          </a:p>
        </p:txBody>
      </p:sp>
      <p:sp>
        <p:nvSpPr>
          <p:cNvPr id="81923" name="Slide Number Placeholder 3">
            <a:extLst>
              <a:ext uri="{FF2B5EF4-FFF2-40B4-BE49-F238E27FC236}">
                <a16:creationId xmlns:a16="http://schemas.microsoft.com/office/drawing/2014/main" id="{A436677B-80EB-99C6-E266-98FF64E151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5A57F803-9A3D-FA48-B977-36F9F4735C99}" type="slidenum">
              <a:rPr lang="en-US" altLang="it-IT" smtClean="0">
                <a:latin typeface="Arial" panose="020B0604020202020204" pitchFamily="34" charset="0"/>
              </a:rPr>
              <a:pPr>
                <a:spcBef>
                  <a:spcPct val="0"/>
                </a:spcBef>
              </a:pPr>
              <a:t>35</a:t>
            </a:fld>
            <a:endParaRPr lang="en-US" altLang="it-IT">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a:extLst>
              <a:ext uri="{FF2B5EF4-FFF2-40B4-BE49-F238E27FC236}">
                <a16:creationId xmlns:a16="http://schemas.microsoft.com/office/drawing/2014/main" id="{6E4B8365-2581-5091-94F9-2BF5468C56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0" name="Notes Placeholder 2">
            <a:extLst>
              <a:ext uri="{FF2B5EF4-FFF2-40B4-BE49-F238E27FC236}">
                <a16:creationId xmlns:a16="http://schemas.microsoft.com/office/drawing/2014/main" id="{339E4CC5-B5DC-3A80-DB83-985127B325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83971" name="Slide Number Placeholder 3">
            <a:extLst>
              <a:ext uri="{FF2B5EF4-FFF2-40B4-BE49-F238E27FC236}">
                <a16:creationId xmlns:a16="http://schemas.microsoft.com/office/drawing/2014/main" id="{B9D7B0F4-1220-058B-EB5C-F4DFFE1BB28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F382F30F-0BFB-7C49-94DD-F6C48CD40957}" type="slidenum">
              <a:rPr lang="en-US" altLang="it-IT" smtClean="0">
                <a:latin typeface="Arial" panose="020B0604020202020204" pitchFamily="34" charset="0"/>
              </a:rPr>
              <a:pPr>
                <a:spcBef>
                  <a:spcPct val="0"/>
                </a:spcBef>
              </a:pPr>
              <a:t>36</a:t>
            </a:fld>
            <a:endParaRPr lang="en-US" altLang="it-IT">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a:extLst>
              <a:ext uri="{FF2B5EF4-FFF2-40B4-BE49-F238E27FC236}">
                <a16:creationId xmlns:a16="http://schemas.microsoft.com/office/drawing/2014/main" id="{21896A96-453E-2E9B-6D52-65E84D44D4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Notes Placeholder 2">
            <a:extLst>
              <a:ext uri="{FF2B5EF4-FFF2-40B4-BE49-F238E27FC236}">
                <a16:creationId xmlns:a16="http://schemas.microsoft.com/office/drawing/2014/main" id="{DB2DC7B5-9C98-15FA-92F7-6A59D208BD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86019" name="Slide Number Placeholder 3">
            <a:extLst>
              <a:ext uri="{FF2B5EF4-FFF2-40B4-BE49-F238E27FC236}">
                <a16:creationId xmlns:a16="http://schemas.microsoft.com/office/drawing/2014/main" id="{1EF77701-E280-09C6-C1C2-82A94F086F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440F8257-278E-DB41-AD82-7B1C483F5CD3}" type="slidenum">
              <a:rPr lang="en-US" altLang="it-IT" smtClean="0">
                <a:latin typeface="Arial" panose="020B0604020202020204" pitchFamily="34" charset="0"/>
              </a:rPr>
              <a:pPr>
                <a:spcBef>
                  <a:spcPct val="0"/>
                </a:spcBef>
              </a:pPr>
              <a:t>37</a:t>
            </a:fld>
            <a:endParaRPr lang="en-US" altLang="it-IT">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a:extLst>
              <a:ext uri="{FF2B5EF4-FFF2-40B4-BE49-F238E27FC236}">
                <a16:creationId xmlns:a16="http://schemas.microsoft.com/office/drawing/2014/main" id="{1475F16D-0498-9CE5-1822-1ED45656597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6" name="Notes Placeholder 2">
            <a:extLst>
              <a:ext uri="{FF2B5EF4-FFF2-40B4-BE49-F238E27FC236}">
                <a16:creationId xmlns:a16="http://schemas.microsoft.com/office/drawing/2014/main" id="{8C322F95-D663-5DFD-1626-A308668045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88067" name="Slide Number Placeholder 3">
            <a:extLst>
              <a:ext uri="{FF2B5EF4-FFF2-40B4-BE49-F238E27FC236}">
                <a16:creationId xmlns:a16="http://schemas.microsoft.com/office/drawing/2014/main" id="{F274A92D-990D-1EFD-4346-44172C229C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3A13397-EFB2-604C-8EB2-9DDD75891D6E}" type="slidenum">
              <a:rPr lang="en-US" altLang="it-IT" smtClean="0">
                <a:latin typeface="Arial" panose="020B0604020202020204" pitchFamily="34" charset="0"/>
              </a:rPr>
              <a:pPr>
                <a:spcBef>
                  <a:spcPct val="0"/>
                </a:spcBef>
              </a:pPr>
              <a:t>38</a:t>
            </a:fld>
            <a:endParaRPr lang="en-US" altLang="it-IT">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a:extLst>
              <a:ext uri="{FF2B5EF4-FFF2-40B4-BE49-F238E27FC236}">
                <a16:creationId xmlns:a16="http://schemas.microsoft.com/office/drawing/2014/main" id="{075EFEDA-5F25-FE80-2A87-8AD79349AA5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4" name="Notes Placeholder 2">
            <a:extLst>
              <a:ext uri="{FF2B5EF4-FFF2-40B4-BE49-F238E27FC236}">
                <a16:creationId xmlns:a16="http://schemas.microsoft.com/office/drawing/2014/main" id="{3897B117-9570-DBD2-3BBE-A10DA7DA24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90115" name="Slide Number Placeholder 3">
            <a:extLst>
              <a:ext uri="{FF2B5EF4-FFF2-40B4-BE49-F238E27FC236}">
                <a16:creationId xmlns:a16="http://schemas.microsoft.com/office/drawing/2014/main" id="{299B867C-4050-B2B6-6866-D1CB674AF6F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49CB4D40-0F38-F240-B6F0-B8E60336FCB7}" type="slidenum">
              <a:rPr lang="en-US" altLang="it-IT" smtClean="0">
                <a:latin typeface="Arial" panose="020B0604020202020204" pitchFamily="34" charset="0"/>
              </a:rPr>
              <a:pPr>
                <a:spcBef>
                  <a:spcPct val="0"/>
                </a:spcBef>
              </a:pPr>
              <a:t>39</a:t>
            </a:fld>
            <a:endParaRPr lang="en-US" altLang="it-IT">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a:extLst>
              <a:ext uri="{FF2B5EF4-FFF2-40B4-BE49-F238E27FC236}">
                <a16:creationId xmlns:a16="http://schemas.microsoft.com/office/drawing/2014/main" id="{51DED109-EEB4-FF9B-6019-63674F502D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2" name="Notes Placeholder 2">
            <a:extLst>
              <a:ext uri="{FF2B5EF4-FFF2-40B4-BE49-F238E27FC236}">
                <a16:creationId xmlns:a16="http://schemas.microsoft.com/office/drawing/2014/main" id="{5D36452B-493C-C84F-97C0-03B6005C0B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92163" name="Slide Number Placeholder 3">
            <a:extLst>
              <a:ext uri="{FF2B5EF4-FFF2-40B4-BE49-F238E27FC236}">
                <a16:creationId xmlns:a16="http://schemas.microsoft.com/office/drawing/2014/main" id="{86A95F0B-B661-19C1-BB43-C0DD81F593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4091FDF5-E3DC-F14D-880E-7C062E16CF28}" type="slidenum">
              <a:rPr lang="en-US" altLang="it-IT" smtClean="0">
                <a:latin typeface="Arial" panose="020B0604020202020204" pitchFamily="34" charset="0"/>
              </a:rPr>
              <a:pPr>
                <a:spcBef>
                  <a:spcPct val="0"/>
                </a:spcBef>
              </a:pPr>
              <a:t>40</a:t>
            </a:fld>
            <a:endParaRPr lang="en-US" altLang="it-IT">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Image Placeholder 1">
            <a:extLst>
              <a:ext uri="{FF2B5EF4-FFF2-40B4-BE49-F238E27FC236}">
                <a16:creationId xmlns:a16="http://schemas.microsoft.com/office/drawing/2014/main" id="{A668CA69-F22A-D9F5-01F0-3BF11F0897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0" name="Notes Placeholder 2">
            <a:extLst>
              <a:ext uri="{FF2B5EF4-FFF2-40B4-BE49-F238E27FC236}">
                <a16:creationId xmlns:a16="http://schemas.microsoft.com/office/drawing/2014/main" id="{679518D1-0E84-01D6-AF3D-38B7130EE2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94211" name="Slide Number Placeholder 3">
            <a:extLst>
              <a:ext uri="{FF2B5EF4-FFF2-40B4-BE49-F238E27FC236}">
                <a16:creationId xmlns:a16="http://schemas.microsoft.com/office/drawing/2014/main" id="{CFFBD2C6-A9BF-5D77-9855-E4032D7626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A33B12B5-12B4-0F44-B862-FF546364504E}" type="slidenum">
              <a:rPr lang="en-US" altLang="it-IT" smtClean="0">
                <a:latin typeface="Arial" panose="020B0604020202020204" pitchFamily="34" charset="0"/>
              </a:rPr>
              <a:pPr>
                <a:spcBef>
                  <a:spcPct val="0"/>
                </a:spcBef>
              </a:pPr>
              <a:t>41</a:t>
            </a:fld>
            <a:endParaRPr lang="en-US" altLang="it-IT">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a:extLst>
              <a:ext uri="{FF2B5EF4-FFF2-40B4-BE49-F238E27FC236}">
                <a16:creationId xmlns:a16="http://schemas.microsoft.com/office/drawing/2014/main" id="{34EE7B4A-4250-5D48-035B-8D3D434996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8" name="Notes Placeholder 2">
            <a:extLst>
              <a:ext uri="{FF2B5EF4-FFF2-40B4-BE49-F238E27FC236}">
                <a16:creationId xmlns:a16="http://schemas.microsoft.com/office/drawing/2014/main" id="{19A158F2-BE4B-A22B-2CB0-EC3BC0F74BF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96259" name="Slide Number Placeholder 3">
            <a:extLst>
              <a:ext uri="{FF2B5EF4-FFF2-40B4-BE49-F238E27FC236}">
                <a16:creationId xmlns:a16="http://schemas.microsoft.com/office/drawing/2014/main" id="{EA0BE079-96F4-5FB8-B15B-DF53F20267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D268A89B-514E-B845-A0A9-C28E92F683AC}" type="slidenum">
              <a:rPr lang="en-US" altLang="it-IT" smtClean="0">
                <a:latin typeface="Arial" panose="020B0604020202020204" pitchFamily="34" charset="0"/>
              </a:rPr>
              <a:pPr>
                <a:spcBef>
                  <a:spcPct val="0"/>
                </a:spcBef>
              </a:pPr>
              <a:t>42</a:t>
            </a:fld>
            <a:endParaRPr lang="en-US" altLang="it-IT">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Image Placeholder 1">
            <a:extLst>
              <a:ext uri="{FF2B5EF4-FFF2-40B4-BE49-F238E27FC236}">
                <a16:creationId xmlns:a16="http://schemas.microsoft.com/office/drawing/2014/main" id="{E372D70B-C037-C863-5844-45E001EE05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6" name="Notes Placeholder 2">
            <a:extLst>
              <a:ext uri="{FF2B5EF4-FFF2-40B4-BE49-F238E27FC236}">
                <a16:creationId xmlns:a16="http://schemas.microsoft.com/office/drawing/2014/main" id="{B6F3012D-9E03-1F3C-0C88-5D092040A9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98307" name="Slide Number Placeholder 3">
            <a:extLst>
              <a:ext uri="{FF2B5EF4-FFF2-40B4-BE49-F238E27FC236}">
                <a16:creationId xmlns:a16="http://schemas.microsoft.com/office/drawing/2014/main" id="{73F6D672-8B9D-12A1-6B44-AC6D62C5C5B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D044BCAF-7872-C341-B880-3222D0FA74C1}" type="slidenum">
              <a:rPr lang="en-US" altLang="it-IT" smtClean="0">
                <a:latin typeface="Arial" panose="020B0604020202020204" pitchFamily="34" charset="0"/>
              </a:rPr>
              <a:pPr>
                <a:spcBef>
                  <a:spcPct val="0"/>
                </a:spcBef>
              </a:pPr>
              <a:t>43</a:t>
            </a:fld>
            <a:endParaRPr lang="en-US" altLang="it-IT">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a:extLst>
              <a:ext uri="{FF2B5EF4-FFF2-40B4-BE49-F238E27FC236}">
                <a16:creationId xmlns:a16="http://schemas.microsoft.com/office/drawing/2014/main" id="{3B2A5F6C-6380-DFC1-576C-88C5DB6AE4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4" name="Notes Placeholder 2">
            <a:extLst>
              <a:ext uri="{FF2B5EF4-FFF2-40B4-BE49-F238E27FC236}">
                <a16:creationId xmlns:a16="http://schemas.microsoft.com/office/drawing/2014/main" id="{05EB575D-FBE6-C5FA-8A51-9A86125849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100355" name="Slide Number Placeholder 3">
            <a:extLst>
              <a:ext uri="{FF2B5EF4-FFF2-40B4-BE49-F238E27FC236}">
                <a16:creationId xmlns:a16="http://schemas.microsoft.com/office/drawing/2014/main" id="{EDBD1B8A-C9CE-9630-D459-C79EAFEB52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66719E2D-7243-5C48-958A-10DB58E59FDF}" type="slidenum">
              <a:rPr lang="en-US" altLang="it-IT" smtClean="0">
                <a:latin typeface="Arial" panose="020B0604020202020204" pitchFamily="34" charset="0"/>
              </a:rPr>
              <a:pPr>
                <a:spcBef>
                  <a:spcPct val="0"/>
                </a:spcBef>
              </a:pPr>
              <a:t>44</a:t>
            </a:fld>
            <a:endParaRPr lang="en-US" altLang="it-IT">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lide Image Placeholder 1">
            <a:extLst>
              <a:ext uri="{FF2B5EF4-FFF2-40B4-BE49-F238E27FC236}">
                <a16:creationId xmlns:a16="http://schemas.microsoft.com/office/drawing/2014/main" id="{8723A13E-466E-7D78-AA0C-49134A6957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0" name="Notes Placeholder 2">
            <a:extLst>
              <a:ext uri="{FF2B5EF4-FFF2-40B4-BE49-F238E27FC236}">
                <a16:creationId xmlns:a16="http://schemas.microsoft.com/office/drawing/2014/main" id="{60BF19F4-D527-093F-3863-CE5DF76001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104451" name="Slide Number Placeholder 3">
            <a:extLst>
              <a:ext uri="{FF2B5EF4-FFF2-40B4-BE49-F238E27FC236}">
                <a16:creationId xmlns:a16="http://schemas.microsoft.com/office/drawing/2014/main" id="{5126D1B7-B0E9-8213-D34C-9D233586CF8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538A85E6-AF39-5A47-9996-1C8138710482}" type="slidenum">
              <a:rPr lang="en-US" altLang="it-IT" smtClean="0">
                <a:latin typeface="Arial" panose="020B0604020202020204" pitchFamily="34" charset="0"/>
              </a:rPr>
              <a:pPr>
                <a:spcBef>
                  <a:spcPct val="0"/>
                </a:spcBef>
              </a:pPr>
              <a:t>45</a:t>
            </a:fld>
            <a:endParaRPr lang="en-US" altLang="it-IT">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a:extLst>
              <a:ext uri="{FF2B5EF4-FFF2-40B4-BE49-F238E27FC236}">
                <a16:creationId xmlns:a16="http://schemas.microsoft.com/office/drawing/2014/main" id="{904A59CA-888B-3CC5-86BD-EF098FA3E6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8" name="Notes Placeholder 2">
            <a:extLst>
              <a:ext uri="{FF2B5EF4-FFF2-40B4-BE49-F238E27FC236}">
                <a16:creationId xmlns:a16="http://schemas.microsoft.com/office/drawing/2014/main" id="{7163B57A-3DC0-2BE5-1C2D-0876740D36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it-IT">
              <a:ea typeface="ＭＳ Ｐゴシック" panose="020B0600070205080204" pitchFamily="34" charset="-128"/>
            </a:endParaRPr>
          </a:p>
        </p:txBody>
      </p:sp>
      <p:sp>
        <p:nvSpPr>
          <p:cNvPr id="106499" name="Slide Number Placeholder 3">
            <a:extLst>
              <a:ext uri="{FF2B5EF4-FFF2-40B4-BE49-F238E27FC236}">
                <a16:creationId xmlns:a16="http://schemas.microsoft.com/office/drawing/2014/main" id="{9C6774AE-2223-1DD0-A609-7B149AE330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74BDFB3D-ACF5-5B4F-A379-7B419ED3FB3E}" type="slidenum">
              <a:rPr lang="en-US" altLang="it-IT" smtClean="0">
                <a:latin typeface="Arial" panose="020B0604020202020204" pitchFamily="34" charset="0"/>
              </a:rPr>
              <a:pPr>
                <a:spcBef>
                  <a:spcPct val="0"/>
                </a:spcBef>
              </a:pPr>
              <a:t>46</a:t>
            </a:fld>
            <a:endParaRPr lang="en-US" altLang="it-IT">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78726FCD-7797-2FC7-1380-300D7507B7EC}"/>
              </a:ext>
            </a:extLst>
          </p:cNvPr>
          <p:cNvSpPr>
            <a:spLocks noGrp="1" noChangeArrowheads="1"/>
          </p:cNvSpPr>
          <p:nvPr>
            <p:ph type="dt" sz="half" idx="10"/>
          </p:nvPr>
        </p:nvSpPr>
        <p:spPr>
          <a:ln/>
        </p:spPr>
        <p:txBody>
          <a:bodyPr/>
          <a:lstStyle>
            <a:lvl1pPr>
              <a:defRPr/>
            </a:lvl1pPr>
          </a:lstStyle>
          <a:p>
            <a:pPr>
              <a:defRPr/>
            </a:pPr>
            <a:endParaRPr lang="it-IT"/>
          </a:p>
        </p:txBody>
      </p:sp>
      <p:sp>
        <p:nvSpPr>
          <p:cNvPr id="5" name="Rectangle 5">
            <a:extLst>
              <a:ext uri="{FF2B5EF4-FFF2-40B4-BE49-F238E27FC236}">
                <a16:creationId xmlns:a16="http://schemas.microsoft.com/office/drawing/2014/main" id="{87EB1AAE-A983-12CE-62B5-65264C1DE969}"/>
              </a:ext>
            </a:extLst>
          </p:cNvPr>
          <p:cNvSpPr>
            <a:spLocks noGrp="1" noChangeArrowheads="1"/>
          </p:cNvSpPr>
          <p:nvPr>
            <p:ph type="ftr" sz="quarter" idx="11"/>
          </p:nvPr>
        </p:nvSpPr>
        <p:spPr>
          <a:ln/>
        </p:spPr>
        <p:txBody>
          <a:bodyPr/>
          <a:lstStyle>
            <a:lvl1pPr>
              <a:defRPr/>
            </a:lvl1pPr>
          </a:lstStyle>
          <a:p>
            <a:pPr>
              <a:defRPr/>
            </a:pPr>
            <a:endParaRPr lang="it-IT"/>
          </a:p>
        </p:txBody>
      </p:sp>
      <p:sp>
        <p:nvSpPr>
          <p:cNvPr id="6" name="Rectangle 6">
            <a:extLst>
              <a:ext uri="{FF2B5EF4-FFF2-40B4-BE49-F238E27FC236}">
                <a16:creationId xmlns:a16="http://schemas.microsoft.com/office/drawing/2014/main" id="{2BFD2839-2B59-2B2E-BD03-0F9BFB88FFBD}"/>
              </a:ext>
            </a:extLst>
          </p:cNvPr>
          <p:cNvSpPr>
            <a:spLocks noGrp="1" noChangeArrowheads="1"/>
          </p:cNvSpPr>
          <p:nvPr>
            <p:ph type="sldNum" sz="quarter" idx="12"/>
          </p:nvPr>
        </p:nvSpPr>
        <p:spPr>
          <a:ln/>
        </p:spPr>
        <p:txBody>
          <a:bodyPr/>
          <a:lstStyle>
            <a:lvl1pPr>
              <a:defRPr/>
            </a:lvl1pPr>
          </a:lstStyle>
          <a:p>
            <a:pPr>
              <a:defRPr/>
            </a:pPr>
            <a:fld id="{3950D6B6-2DB2-5746-82DD-C9787FD2A675}" type="slidenum">
              <a:rPr lang="it-IT" altLang="it-IT"/>
              <a:pPr>
                <a:defRPr/>
              </a:pPr>
              <a:t>‹N›</a:t>
            </a:fld>
            <a:endParaRPr lang="it-IT" altLang="it-IT"/>
          </a:p>
        </p:txBody>
      </p:sp>
    </p:spTree>
    <p:extLst>
      <p:ext uri="{BB962C8B-B14F-4D97-AF65-F5344CB8AC3E}">
        <p14:creationId xmlns:p14="http://schemas.microsoft.com/office/powerpoint/2010/main" val="2414520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5386BA7-A4C1-0463-C7CC-828A961AB122}"/>
              </a:ext>
            </a:extLst>
          </p:cNvPr>
          <p:cNvSpPr>
            <a:spLocks noGrp="1" noChangeArrowheads="1"/>
          </p:cNvSpPr>
          <p:nvPr>
            <p:ph type="dt" sz="half" idx="10"/>
          </p:nvPr>
        </p:nvSpPr>
        <p:spPr>
          <a:ln/>
        </p:spPr>
        <p:txBody>
          <a:bodyPr/>
          <a:lstStyle>
            <a:lvl1pPr>
              <a:defRPr/>
            </a:lvl1pPr>
          </a:lstStyle>
          <a:p>
            <a:pPr>
              <a:defRPr/>
            </a:pPr>
            <a:endParaRPr lang="it-IT"/>
          </a:p>
        </p:txBody>
      </p:sp>
      <p:sp>
        <p:nvSpPr>
          <p:cNvPr id="5" name="Rectangle 5">
            <a:extLst>
              <a:ext uri="{FF2B5EF4-FFF2-40B4-BE49-F238E27FC236}">
                <a16:creationId xmlns:a16="http://schemas.microsoft.com/office/drawing/2014/main" id="{4814C925-A8B3-D34D-24DE-D216258A0465}"/>
              </a:ext>
            </a:extLst>
          </p:cNvPr>
          <p:cNvSpPr>
            <a:spLocks noGrp="1" noChangeArrowheads="1"/>
          </p:cNvSpPr>
          <p:nvPr>
            <p:ph type="ftr" sz="quarter" idx="11"/>
          </p:nvPr>
        </p:nvSpPr>
        <p:spPr>
          <a:ln/>
        </p:spPr>
        <p:txBody>
          <a:bodyPr/>
          <a:lstStyle>
            <a:lvl1pPr>
              <a:defRPr/>
            </a:lvl1pPr>
          </a:lstStyle>
          <a:p>
            <a:pPr>
              <a:defRPr/>
            </a:pPr>
            <a:endParaRPr lang="it-IT"/>
          </a:p>
        </p:txBody>
      </p:sp>
      <p:sp>
        <p:nvSpPr>
          <p:cNvPr id="6" name="Rectangle 6">
            <a:extLst>
              <a:ext uri="{FF2B5EF4-FFF2-40B4-BE49-F238E27FC236}">
                <a16:creationId xmlns:a16="http://schemas.microsoft.com/office/drawing/2014/main" id="{35264A78-798B-E329-DEB4-3893806E63AD}"/>
              </a:ext>
            </a:extLst>
          </p:cNvPr>
          <p:cNvSpPr>
            <a:spLocks noGrp="1" noChangeArrowheads="1"/>
          </p:cNvSpPr>
          <p:nvPr>
            <p:ph type="sldNum" sz="quarter" idx="12"/>
          </p:nvPr>
        </p:nvSpPr>
        <p:spPr>
          <a:ln/>
        </p:spPr>
        <p:txBody>
          <a:bodyPr/>
          <a:lstStyle>
            <a:lvl1pPr>
              <a:defRPr/>
            </a:lvl1pPr>
          </a:lstStyle>
          <a:p>
            <a:pPr>
              <a:defRPr/>
            </a:pPr>
            <a:fld id="{6615896D-FF2D-3040-A9D1-982056096912}" type="slidenum">
              <a:rPr lang="it-IT" altLang="it-IT"/>
              <a:pPr>
                <a:defRPr/>
              </a:pPr>
              <a:t>‹N›</a:t>
            </a:fld>
            <a:endParaRPr lang="it-IT" altLang="it-IT"/>
          </a:p>
        </p:txBody>
      </p:sp>
    </p:spTree>
    <p:extLst>
      <p:ext uri="{BB962C8B-B14F-4D97-AF65-F5344CB8AC3E}">
        <p14:creationId xmlns:p14="http://schemas.microsoft.com/office/powerpoint/2010/main" val="57230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028313A-E1F9-0042-92CB-E6A7A1634279}"/>
              </a:ext>
            </a:extLst>
          </p:cNvPr>
          <p:cNvSpPr>
            <a:spLocks noGrp="1" noChangeArrowheads="1"/>
          </p:cNvSpPr>
          <p:nvPr>
            <p:ph type="dt" sz="half" idx="10"/>
          </p:nvPr>
        </p:nvSpPr>
        <p:spPr>
          <a:ln/>
        </p:spPr>
        <p:txBody>
          <a:bodyPr/>
          <a:lstStyle>
            <a:lvl1pPr>
              <a:defRPr/>
            </a:lvl1pPr>
          </a:lstStyle>
          <a:p>
            <a:pPr>
              <a:defRPr/>
            </a:pPr>
            <a:endParaRPr lang="it-IT"/>
          </a:p>
        </p:txBody>
      </p:sp>
      <p:sp>
        <p:nvSpPr>
          <p:cNvPr id="5" name="Rectangle 5">
            <a:extLst>
              <a:ext uri="{FF2B5EF4-FFF2-40B4-BE49-F238E27FC236}">
                <a16:creationId xmlns:a16="http://schemas.microsoft.com/office/drawing/2014/main" id="{9305B9E3-7CFB-F7D6-456B-BE0F57353CF2}"/>
              </a:ext>
            </a:extLst>
          </p:cNvPr>
          <p:cNvSpPr>
            <a:spLocks noGrp="1" noChangeArrowheads="1"/>
          </p:cNvSpPr>
          <p:nvPr>
            <p:ph type="ftr" sz="quarter" idx="11"/>
          </p:nvPr>
        </p:nvSpPr>
        <p:spPr>
          <a:ln/>
        </p:spPr>
        <p:txBody>
          <a:bodyPr/>
          <a:lstStyle>
            <a:lvl1pPr>
              <a:defRPr/>
            </a:lvl1pPr>
          </a:lstStyle>
          <a:p>
            <a:pPr>
              <a:defRPr/>
            </a:pPr>
            <a:endParaRPr lang="it-IT"/>
          </a:p>
        </p:txBody>
      </p:sp>
      <p:sp>
        <p:nvSpPr>
          <p:cNvPr id="6" name="Rectangle 6">
            <a:extLst>
              <a:ext uri="{FF2B5EF4-FFF2-40B4-BE49-F238E27FC236}">
                <a16:creationId xmlns:a16="http://schemas.microsoft.com/office/drawing/2014/main" id="{A7AF5089-A9A0-F7EA-EF18-C3740304A04D}"/>
              </a:ext>
            </a:extLst>
          </p:cNvPr>
          <p:cNvSpPr>
            <a:spLocks noGrp="1" noChangeArrowheads="1"/>
          </p:cNvSpPr>
          <p:nvPr>
            <p:ph type="sldNum" sz="quarter" idx="12"/>
          </p:nvPr>
        </p:nvSpPr>
        <p:spPr>
          <a:ln/>
        </p:spPr>
        <p:txBody>
          <a:bodyPr/>
          <a:lstStyle>
            <a:lvl1pPr>
              <a:defRPr/>
            </a:lvl1pPr>
          </a:lstStyle>
          <a:p>
            <a:pPr>
              <a:defRPr/>
            </a:pPr>
            <a:fld id="{F77A20CF-B3B4-A74E-AB30-DA1C061A4221}" type="slidenum">
              <a:rPr lang="it-IT" altLang="it-IT"/>
              <a:pPr>
                <a:defRPr/>
              </a:pPr>
              <a:t>‹N›</a:t>
            </a:fld>
            <a:endParaRPr lang="it-IT" altLang="it-IT"/>
          </a:p>
        </p:txBody>
      </p:sp>
    </p:spTree>
    <p:extLst>
      <p:ext uri="{BB962C8B-B14F-4D97-AF65-F5344CB8AC3E}">
        <p14:creationId xmlns:p14="http://schemas.microsoft.com/office/powerpoint/2010/main" val="1741332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8CDF372-6925-228C-9329-0BD84500495B}"/>
              </a:ext>
            </a:extLst>
          </p:cNvPr>
          <p:cNvSpPr>
            <a:spLocks noGrp="1" noChangeArrowheads="1"/>
          </p:cNvSpPr>
          <p:nvPr>
            <p:ph type="dt" sz="half" idx="10"/>
          </p:nvPr>
        </p:nvSpPr>
        <p:spPr>
          <a:ln/>
        </p:spPr>
        <p:txBody>
          <a:bodyPr/>
          <a:lstStyle>
            <a:lvl1pPr>
              <a:defRPr/>
            </a:lvl1pPr>
          </a:lstStyle>
          <a:p>
            <a:pPr>
              <a:defRPr/>
            </a:pPr>
            <a:endParaRPr lang="it-IT"/>
          </a:p>
        </p:txBody>
      </p:sp>
      <p:sp>
        <p:nvSpPr>
          <p:cNvPr id="6" name="Rectangle 5">
            <a:extLst>
              <a:ext uri="{FF2B5EF4-FFF2-40B4-BE49-F238E27FC236}">
                <a16:creationId xmlns:a16="http://schemas.microsoft.com/office/drawing/2014/main" id="{6A7FA76B-7D2A-DFBA-C97B-32FADDF3A0AD}"/>
              </a:ext>
            </a:extLst>
          </p:cNvPr>
          <p:cNvSpPr>
            <a:spLocks noGrp="1" noChangeArrowheads="1"/>
          </p:cNvSpPr>
          <p:nvPr>
            <p:ph type="ftr" sz="quarter" idx="11"/>
          </p:nvPr>
        </p:nvSpPr>
        <p:spPr>
          <a:ln/>
        </p:spPr>
        <p:txBody>
          <a:bodyPr/>
          <a:lstStyle>
            <a:lvl1pPr>
              <a:defRPr/>
            </a:lvl1pPr>
          </a:lstStyle>
          <a:p>
            <a:pPr>
              <a:defRPr/>
            </a:pPr>
            <a:endParaRPr lang="it-IT"/>
          </a:p>
        </p:txBody>
      </p:sp>
      <p:sp>
        <p:nvSpPr>
          <p:cNvPr id="7" name="Rectangle 6">
            <a:extLst>
              <a:ext uri="{FF2B5EF4-FFF2-40B4-BE49-F238E27FC236}">
                <a16:creationId xmlns:a16="http://schemas.microsoft.com/office/drawing/2014/main" id="{5CD7AEBA-21E4-9E3B-359D-B761B94BD9D3}"/>
              </a:ext>
            </a:extLst>
          </p:cNvPr>
          <p:cNvSpPr>
            <a:spLocks noGrp="1" noChangeArrowheads="1"/>
          </p:cNvSpPr>
          <p:nvPr>
            <p:ph type="sldNum" sz="quarter" idx="12"/>
          </p:nvPr>
        </p:nvSpPr>
        <p:spPr>
          <a:ln/>
        </p:spPr>
        <p:txBody>
          <a:bodyPr/>
          <a:lstStyle>
            <a:lvl1pPr>
              <a:defRPr/>
            </a:lvl1pPr>
          </a:lstStyle>
          <a:p>
            <a:pPr>
              <a:defRPr/>
            </a:pPr>
            <a:fld id="{1B653968-C4C2-6248-BCCA-73D3CF1147FA}" type="slidenum">
              <a:rPr lang="it-IT" altLang="it-IT"/>
              <a:pPr>
                <a:defRPr/>
              </a:pPr>
              <a:t>‹N›</a:t>
            </a:fld>
            <a:endParaRPr lang="it-IT" altLang="it-IT"/>
          </a:p>
        </p:txBody>
      </p:sp>
    </p:spTree>
    <p:extLst>
      <p:ext uri="{BB962C8B-B14F-4D97-AF65-F5344CB8AC3E}">
        <p14:creationId xmlns:p14="http://schemas.microsoft.com/office/powerpoint/2010/main" val="2060267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7F3095D-C78A-BB05-FE75-8881394679B2}"/>
              </a:ext>
            </a:extLst>
          </p:cNvPr>
          <p:cNvSpPr>
            <a:spLocks noGrp="1" noChangeArrowheads="1"/>
          </p:cNvSpPr>
          <p:nvPr>
            <p:ph type="dt" sz="half" idx="10"/>
          </p:nvPr>
        </p:nvSpPr>
        <p:spPr>
          <a:ln/>
        </p:spPr>
        <p:txBody>
          <a:bodyPr/>
          <a:lstStyle>
            <a:lvl1pPr>
              <a:defRPr/>
            </a:lvl1pPr>
          </a:lstStyle>
          <a:p>
            <a:pPr>
              <a:defRPr/>
            </a:pPr>
            <a:endParaRPr lang="it-IT"/>
          </a:p>
        </p:txBody>
      </p:sp>
      <p:sp>
        <p:nvSpPr>
          <p:cNvPr id="8" name="Rectangle 5">
            <a:extLst>
              <a:ext uri="{FF2B5EF4-FFF2-40B4-BE49-F238E27FC236}">
                <a16:creationId xmlns:a16="http://schemas.microsoft.com/office/drawing/2014/main" id="{F5FFA3A5-B572-D5B2-1AF3-7EDC54E81BC5}"/>
              </a:ext>
            </a:extLst>
          </p:cNvPr>
          <p:cNvSpPr>
            <a:spLocks noGrp="1" noChangeArrowheads="1"/>
          </p:cNvSpPr>
          <p:nvPr>
            <p:ph type="ftr" sz="quarter" idx="11"/>
          </p:nvPr>
        </p:nvSpPr>
        <p:spPr>
          <a:ln/>
        </p:spPr>
        <p:txBody>
          <a:bodyPr/>
          <a:lstStyle>
            <a:lvl1pPr>
              <a:defRPr/>
            </a:lvl1pPr>
          </a:lstStyle>
          <a:p>
            <a:pPr>
              <a:defRPr/>
            </a:pPr>
            <a:endParaRPr lang="it-IT"/>
          </a:p>
        </p:txBody>
      </p:sp>
      <p:sp>
        <p:nvSpPr>
          <p:cNvPr id="9" name="Rectangle 6">
            <a:extLst>
              <a:ext uri="{FF2B5EF4-FFF2-40B4-BE49-F238E27FC236}">
                <a16:creationId xmlns:a16="http://schemas.microsoft.com/office/drawing/2014/main" id="{F34B16B4-30A2-DBFC-E973-06EBC4563985}"/>
              </a:ext>
            </a:extLst>
          </p:cNvPr>
          <p:cNvSpPr>
            <a:spLocks noGrp="1" noChangeArrowheads="1"/>
          </p:cNvSpPr>
          <p:nvPr>
            <p:ph type="sldNum" sz="quarter" idx="12"/>
          </p:nvPr>
        </p:nvSpPr>
        <p:spPr>
          <a:ln/>
        </p:spPr>
        <p:txBody>
          <a:bodyPr/>
          <a:lstStyle>
            <a:lvl1pPr>
              <a:defRPr/>
            </a:lvl1pPr>
          </a:lstStyle>
          <a:p>
            <a:pPr>
              <a:defRPr/>
            </a:pPr>
            <a:fld id="{347EEC21-EB1D-3E42-BBD4-35C46D6E3F76}" type="slidenum">
              <a:rPr lang="it-IT" altLang="it-IT"/>
              <a:pPr>
                <a:defRPr/>
              </a:pPr>
              <a:t>‹N›</a:t>
            </a:fld>
            <a:endParaRPr lang="it-IT" altLang="it-IT"/>
          </a:p>
        </p:txBody>
      </p:sp>
    </p:spTree>
    <p:extLst>
      <p:ext uri="{BB962C8B-B14F-4D97-AF65-F5344CB8AC3E}">
        <p14:creationId xmlns:p14="http://schemas.microsoft.com/office/powerpoint/2010/main" val="1999627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F9D95EE-9503-2E99-1AE0-3FC12757ED07}"/>
              </a:ext>
            </a:extLst>
          </p:cNvPr>
          <p:cNvSpPr>
            <a:spLocks noGrp="1" noChangeArrowheads="1"/>
          </p:cNvSpPr>
          <p:nvPr>
            <p:ph type="dt" sz="half" idx="10"/>
          </p:nvPr>
        </p:nvSpPr>
        <p:spPr>
          <a:ln/>
        </p:spPr>
        <p:txBody>
          <a:bodyPr/>
          <a:lstStyle>
            <a:lvl1pPr>
              <a:defRPr/>
            </a:lvl1pPr>
          </a:lstStyle>
          <a:p>
            <a:pPr>
              <a:defRPr/>
            </a:pPr>
            <a:endParaRPr lang="it-IT"/>
          </a:p>
        </p:txBody>
      </p:sp>
      <p:sp>
        <p:nvSpPr>
          <p:cNvPr id="4" name="Rectangle 5">
            <a:extLst>
              <a:ext uri="{FF2B5EF4-FFF2-40B4-BE49-F238E27FC236}">
                <a16:creationId xmlns:a16="http://schemas.microsoft.com/office/drawing/2014/main" id="{2AEA35CC-F447-32D9-97BD-556B7DFB3C3F}"/>
              </a:ext>
            </a:extLst>
          </p:cNvPr>
          <p:cNvSpPr>
            <a:spLocks noGrp="1" noChangeArrowheads="1"/>
          </p:cNvSpPr>
          <p:nvPr>
            <p:ph type="ftr" sz="quarter" idx="11"/>
          </p:nvPr>
        </p:nvSpPr>
        <p:spPr>
          <a:ln/>
        </p:spPr>
        <p:txBody>
          <a:bodyPr/>
          <a:lstStyle>
            <a:lvl1pPr>
              <a:defRPr/>
            </a:lvl1pPr>
          </a:lstStyle>
          <a:p>
            <a:pPr>
              <a:defRPr/>
            </a:pPr>
            <a:endParaRPr lang="it-IT"/>
          </a:p>
        </p:txBody>
      </p:sp>
      <p:sp>
        <p:nvSpPr>
          <p:cNvPr id="5" name="Rectangle 6">
            <a:extLst>
              <a:ext uri="{FF2B5EF4-FFF2-40B4-BE49-F238E27FC236}">
                <a16:creationId xmlns:a16="http://schemas.microsoft.com/office/drawing/2014/main" id="{C1987E9B-9E61-5E1A-9E3A-9E6C399D1779}"/>
              </a:ext>
            </a:extLst>
          </p:cNvPr>
          <p:cNvSpPr>
            <a:spLocks noGrp="1" noChangeArrowheads="1"/>
          </p:cNvSpPr>
          <p:nvPr>
            <p:ph type="sldNum" sz="quarter" idx="12"/>
          </p:nvPr>
        </p:nvSpPr>
        <p:spPr>
          <a:ln/>
        </p:spPr>
        <p:txBody>
          <a:bodyPr/>
          <a:lstStyle>
            <a:lvl1pPr>
              <a:defRPr/>
            </a:lvl1pPr>
          </a:lstStyle>
          <a:p>
            <a:pPr>
              <a:defRPr/>
            </a:pPr>
            <a:fld id="{B136C977-BAF4-204D-82CE-48E4042E362D}" type="slidenum">
              <a:rPr lang="it-IT" altLang="it-IT"/>
              <a:pPr>
                <a:defRPr/>
              </a:pPr>
              <a:t>‹N›</a:t>
            </a:fld>
            <a:endParaRPr lang="it-IT" altLang="it-IT"/>
          </a:p>
        </p:txBody>
      </p:sp>
    </p:spTree>
    <p:extLst>
      <p:ext uri="{BB962C8B-B14F-4D97-AF65-F5344CB8AC3E}">
        <p14:creationId xmlns:p14="http://schemas.microsoft.com/office/powerpoint/2010/main" val="2386319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134401F-DEE9-810F-89BE-2E0C15039073}"/>
              </a:ext>
            </a:extLst>
          </p:cNvPr>
          <p:cNvSpPr>
            <a:spLocks noGrp="1" noChangeArrowheads="1"/>
          </p:cNvSpPr>
          <p:nvPr>
            <p:ph type="dt" sz="half" idx="10"/>
          </p:nvPr>
        </p:nvSpPr>
        <p:spPr>
          <a:ln/>
        </p:spPr>
        <p:txBody>
          <a:bodyPr/>
          <a:lstStyle>
            <a:lvl1pPr>
              <a:defRPr/>
            </a:lvl1pPr>
          </a:lstStyle>
          <a:p>
            <a:pPr>
              <a:defRPr/>
            </a:pPr>
            <a:endParaRPr lang="it-IT"/>
          </a:p>
        </p:txBody>
      </p:sp>
      <p:sp>
        <p:nvSpPr>
          <p:cNvPr id="3" name="Rectangle 5">
            <a:extLst>
              <a:ext uri="{FF2B5EF4-FFF2-40B4-BE49-F238E27FC236}">
                <a16:creationId xmlns:a16="http://schemas.microsoft.com/office/drawing/2014/main" id="{F29C96FB-49D7-EBE0-412A-196A02C06B39}"/>
              </a:ext>
            </a:extLst>
          </p:cNvPr>
          <p:cNvSpPr>
            <a:spLocks noGrp="1" noChangeArrowheads="1"/>
          </p:cNvSpPr>
          <p:nvPr>
            <p:ph type="ftr" sz="quarter" idx="11"/>
          </p:nvPr>
        </p:nvSpPr>
        <p:spPr>
          <a:ln/>
        </p:spPr>
        <p:txBody>
          <a:bodyPr/>
          <a:lstStyle>
            <a:lvl1pPr>
              <a:defRPr/>
            </a:lvl1pPr>
          </a:lstStyle>
          <a:p>
            <a:pPr>
              <a:defRPr/>
            </a:pPr>
            <a:endParaRPr lang="it-IT"/>
          </a:p>
        </p:txBody>
      </p:sp>
      <p:sp>
        <p:nvSpPr>
          <p:cNvPr id="4" name="Rectangle 6">
            <a:extLst>
              <a:ext uri="{FF2B5EF4-FFF2-40B4-BE49-F238E27FC236}">
                <a16:creationId xmlns:a16="http://schemas.microsoft.com/office/drawing/2014/main" id="{0A7880A7-1F6C-760A-5CB3-2A7A0303AE9F}"/>
              </a:ext>
            </a:extLst>
          </p:cNvPr>
          <p:cNvSpPr>
            <a:spLocks noGrp="1" noChangeArrowheads="1"/>
          </p:cNvSpPr>
          <p:nvPr>
            <p:ph type="sldNum" sz="quarter" idx="12"/>
          </p:nvPr>
        </p:nvSpPr>
        <p:spPr>
          <a:ln/>
        </p:spPr>
        <p:txBody>
          <a:bodyPr/>
          <a:lstStyle>
            <a:lvl1pPr>
              <a:defRPr/>
            </a:lvl1pPr>
          </a:lstStyle>
          <a:p>
            <a:pPr>
              <a:defRPr/>
            </a:pPr>
            <a:fld id="{9425F936-69DA-F746-B3E1-6F283A3E63BE}" type="slidenum">
              <a:rPr lang="it-IT" altLang="it-IT"/>
              <a:pPr>
                <a:defRPr/>
              </a:pPr>
              <a:t>‹N›</a:t>
            </a:fld>
            <a:endParaRPr lang="it-IT" altLang="it-IT"/>
          </a:p>
        </p:txBody>
      </p:sp>
    </p:spTree>
    <p:extLst>
      <p:ext uri="{BB962C8B-B14F-4D97-AF65-F5344CB8AC3E}">
        <p14:creationId xmlns:p14="http://schemas.microsoft.com/office/powerpoint/2010/main" val="1600293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623FCB1-C8D6-10D8-E4B4-B5C7E732A16F}"/>
              </a:ext>
            </a:extLst>
          </p:cNvPr>
          <p:cNvSpPr>
            <a:spLocks noGrp="1" noChangeArrowheads="1"/>
          </p:cNvSpPr>
          <p:nvPr>
            <p:ph type="dt" sz="half" idx="10"/>
          </p:nvPr>
        </p:nvSpPr>
        <p:spPr>
          <a:ln/>
        </p:spPr>
        <p:txBody>
          <a:bodyPr/>
          <a:lstStyle>
            <a:lvl1pPr>
              <a:defRPr/>
            </a:lvl1pPr>
          </a:lstStyle>
          <a:p>
            <a:pPr>
              <a:defRPr/>
            </a:pPr>
            <a:endParaRPr lang="it-IT"/>
          </a:p>
        </p:txBody>
      </p:sp>
      <p:sp>
        <p:nvSpPr>
          <p:cNvPr id="6" name="Rectangle 5">
            <a:extLst>
              <a:ext uri="{FF2B5EF4-FFF2-40B4-BE49-F238E27FC236}">
                <a16:creationId xmlns:a16="http://schemas.microsoft.com/office/drawing/2014/main" id="{B09F7F2F-966C-BBB9-29A2-34BC8B15BACF}"/>
              </a:ext>
            </a:extLst>
          </p:cNvPr>
          <p:cNvSpPr>
            <a:spLocks noGrp="1" noChangeArrowheads="1"/>
          </p:cNvSpPr>
          <p:nvPr>
            <p:ph type="ftr" sz="quarter" idx="11"/>
          </p:nvPr>
        </p:nvSpPr>
        <p:spPr>
          <a:ln/>
        </p:spPr>
        <p:txBody>
          <a:bodyPr/>
          <a:lstStyle>
            <a:lvl1pPr>
              <a:defRPr/>
            </a:lvl1pPr>
          </a:lstStyle>
          <a:p>
            <a:pPr>
              <a:defRPr/>
            </a:pPr>
            <a:endParaRPr lang="it-IT"/>
          </a:p>
        </p:txBody>
      </p:sp>
      <p:sp>
        <p:nvSpPr>
          <p:cNvPr id="7" name="Rectangle 6">
            <a:extLst>
              <a:ext uri="{FF2B5EF4-FFF2-40B4-BE49-F238E27FC236}">
                <a16:creationId xmlns:a16="http://schemas.microsoft.com/office/drawing/2014/main" id="{99C3F760-47D6-F783-3BFA-735D16D44825}"/>
              </a:ext>
            </a:extLst>
          </p:cNvPr>
          <p:cNvSpPr>
            <a:spLocks noGrp="1" noChangeArrowheads="1"/>
          </p:cNvSpPr>
          <p:nvPr>
            <p:ph type="sldNum" sz="quarter" idx="12"/>
          </p:nvPr>
        </p:nvSpPr>
        <p:spPr>
          <a:ln/>
        </p:spPr>
        <p:txBody>
          <a:bodyPr/>
          <a:lstStyle>
            <a:lvl1pPr>
              <a:defRPr/>
            </a:lvl1pPr>
          </a:lstStyle>
          <a:p>
            <a:pPr>
              <a:defRPr/>
            </a:pPr>
            <a:fld id="{BFA0E47E-CB4D-A340-BBA5-58EE25DB8A8D}" type="slidenum">
              <a:rPr lang="it-IT" altLang="it-IT"/>
              <a:pPr>
                <a:defRPr/>
              </a:pPr>
              <a:t>‹N›</a:t>
            </a:fld>
            <a:endParaRPr lang="it-IT" altLang="it-IT"/>
          </a:p>
        </p:txBody>
      </p:sp>
    </p:spTree>
    <p:extLst>
      <p:ext uri="{BB962C8B-B14F-4D97-AF65-F5344CB8AC3E}">
        <p14:creationId xmlns:p14="http://schemas.microsoft.com/office/powerpoint/2010/main" val="594047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F16F616-6EF3-71E5-BDA1-A2AC05E9EA9E}"/>
              </a:ext>
            </a:extLst>
          </p:cNvPr>
          <p:cNvSpPr>
            <a:spLocks noGrp="1" noChangeArrowheads="1"/>
          </p:cNvSpPr>
          <p:nvPr>
            <p:ph type="dt" sz="half" idx="10"/>
          </p:nvPr>
        </p:nvSpPr>
        <p:spPr>
          <a:ln/>
        </p:spPr>
        <p:txBody>
          <a:bodyPr/>
          <a:lstStyle>
            <a:lvl1pPr>
              <a:defRPr/>
            </a:lvl1pPr>
          </a:lstStyle>
          <a:p>
            <a:pPr>
              <a:defRPr/>
            </a:pPr>
            <a:endParaRPr lang="it-IT"/>
          </a:p>
        </p:txBody>
      </p:sp>
      <p:sp>
        <p:nvSpPr>
          <p:cNvPr id="6" name="Rectangle 5">
            <a:extLst>
              <a:ext uri="{FF2B5EF4-FFF2-40B4-BE49-F238E27FC236}">
                <a16:creationId xmlns:a16="http://schemas.microsoft.com/office/drawing/2014/main" id="{EFAE0331-89B4-EB2D-D9EA-7CB10299B0BA}"/>
              </a:ext>
            </a:extLst>
          </p:cNvPr>
          <p:cNvSpPr>
            <a:spLocks noGrp="1" noChangeArrowheads="1"/>
          </p:cNvSpPr>
          <p:nvPr>
            <p:ph type="ftr" sz="quarter" idx="11"/>
          </p:nvPr>
        </p:nvSpPr>
        <p:spPr>
          <a:ln/>
        </p:spPr>
        <p:txBody>
          <a:bodyPr/>
          <a:lstStyle>
            <a:lvl1pPr>
              <a:defRPr/>
            </a:lvl1pPr>
          </a:lstStyle>
          <a:p>
            <a:pPr>
              <a:defRPr/>
            </a:pPr>
            <a:endParaRPr lang="it-IT"/>
          </a:p>
        </p:txBody>
      </p:sp>
      <p:sp>
        <p:nvSpPr>
          <p:cNvPr id="7" name="Rectangle 6">
            <a:extLst>
              <a:ext uri="{FF2B5EF4-FFF2-40B4-BE49-F238E27FC236}">
                <a16:creationId xmlns:a16="http://schemas.microsoft.com/office/drawing/2014/main" id="{A6360AE8-2C8B-3E4E-1559-117030F75BD2}"/>
              </a:ext>
            </a:extLst>
          </p:cNvPr>
          <p:cNvSpPr>
            <a:spLocks noGrp="1" noChangeArrowheads="1"/>
          </p:cNvSpPr>
          <p:nvPr>
            <p:ph type="sldNum" sz="quarter" idx="12"/>
          </p:nvPr>
        </p:nvSpPr>
        <p:spPr>
          <a:ln/>
        </p:spPr>
        <p:txBody>
          <a:bodyPr/>
          <a:lstStyle>
            <a:lvl1pPr>
              <a:defRPr/>
            </a:lvl1pPr>
          </a:lstStyle>
          <a:p>
            <a:pPr>
              <a:defRPr/>
            </a:pPr>
            <a:fld id="{9A78303A-8889-FF4B-ACC5-471014992F37}" type="slidenum">
              <a:rPr lang="it-IT" altLang="it-IT"/>
              <a:pPr>
                <a:defRPr/>
              </a:pPr>
              <a:t>‹N›</a:t>
            </a:fld>
            <a:endParaRPr lang="it-IT" altLang="it-IT"/>
          </a:p>
        </p:txBody>
      </p:sp>
    </p:spTree>
    <p:extLst>
      <p:ext uri="{BB962C8B-B14F-4D97-AF65-F5344CB8AC3E}">
        <p14:creationId xmlns:p14="http://schemas.microsoft.com/office/powerpoint/2010/main" val="2005493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3D2B94B-113C-0333-D8A7-35FA8E19B3C0}"/>
              </a:ext>
            </a:extLst>
          </p:cNvPr>
          <p:cNvSpPr>
            <a:spLocks noGrp="1" noChangeArrowheads="1"/>
          </p:cNvSpPr>
          <p:nvPr>
            <p:ph type="dt" sz="half" idx="10"/>
          </p:nvPr>
        </p:nvSpPr>
        <p:spPr>
          <a:ln/>
        </p:spPr>
        <p:txBody>
          <a:bodyPr/>
          <a:lstStyle>
            <a:lvl1pPr>
              <a:defRPr/>
            </a:lvl1pPr>
          </a:lstStyle>
          <a:p>
            <a:pPr>
              <a:defRPr/>
            </a:pPr>
            <a:endParaRPr lang="it-IT"/>
          </a:p>
        </p:txBody>
      </p:sp>
      <p:sp>
        <p:nvSpPr>
          <p:cNvPr id="5" name="Rectangle 5">
            <a:extLst>
              <a:ext uri="{FF2B5EF4-FFF2-40B4-BE49-F238E27FC236}">
                <a16:creationId xmlns:a16="http://schemas.microsoft.com/office/drawing/2014/main" id="{694DF057-1B7F-9D13-921C-0403C0ADD7B6}"/>
              </a:ext>
            </a:extLst>
          </p:cNvPr>
          <p:cNvSpPr>
            <a:spLocks noGrp="1" noChangeArrowheads="1"/>
          </p:cNvSpPr>
          <p:nvPr>
            <p:ph type="ftr" sz="quarter" idx="11"/>
          </p:nvPr>
        </p:nvSpPr>
        <p:spPr>
          <a:ln/>
        </p:spPr>
        <p:txBody>
          <a:bodyPr/>
          <a:lstStyle>
            <a:lvl1pPr>
              <a:defRPr/>
            </a:lvl1pPr>
          </a:lstStyle>
          <a:p>
            <a:pPr>
              <a:defRPr/>
            </a:pPr>
            <a:endParaRPr lang="it-IT"/>
          </a:p>
        </p:txBody>
      </p:sp>
      <p:sp>
        <p:nvSpPr>
          <p:cNvPr id="6" name="Rectangle 6">
            <a:extLst>
              <a:ext uri="{FF2B5EF4-FFF2-40B4-BE49-F238E27FC236}">
                <a16:creationId xmlns:a16="http://schemas.microsoft.com/office/drawing/2014/main" id="{B8D487D4-E389-861E-9909-8611852849ED}"/>
              </a:ext>
            </a:extLst>
          </p:cNvPr>
          <p:cNvSpPr>
            <a:spLocks noGrp="1" noChangeArrowheads="1"/>
          </p:cNvSpPr>
          <p:nvPr>
            <p:ph type="sldNum" sz="quarter" idx="12"/>
          </p:nvPr>
        </p:nvSpPr>
        <p:spPr>
          <a:ln/>
        </p:spPr>
        <p:txBody>
          <a:bodyPr/>
          <a:lstStyle>
            <a:lvl1pPr>
              <a:defRPr/>
            </a:lvl1pPr>
          </a:lstStyle>
          <a:p>
            <a:pPr>
              <a:defRPr/>
            </a:pPr>
            <a:fld id="{B51A3269-324A-F142-AEF5-128F39832D2A}" type="slidenum">
              <a:rPr lang="it-IT" altLang="it-IT"/>
              <a:pPr>
                <a:defRPr/>
              </a:pPr>
              <a:t>‹N›</a:t>
            </a:fld>
            <a:endParaRPr lang="it-IT" altLang="it-IT"/>
          </a:p>
        </p:txBody>
      </p:sp>
    </p:spTree>
    <p:extLst>
      <p:ext uri="{BB962C8B-B14F-4D97-AF65-F5344CB8AC3E}">
        <p14:creationId xmlns:p14="http://schemas.microsoft.com/office/powerpoint/2010/main" val="3651405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3BA1150-87D1-ADE0-C21B-34F98BD9BD45}"/>
              </a:ext>
            </a:extLst>
          </p:cNvPr>
          <p:cNvSpPr>
            <a:spLocks noGrp="1" noChangeArrowheads="1"/>
          </p:cNvSpPr>
          <p:nvPr>
            <p:ph type="dt" sz="half" idx="10"/>
          </p:nvPr>
        </p:nvSpPr>
        <p:spPr>
          <a:ln/>
        </p:spPr>
        <p:txBody>
          <a:bodyPr/>
          <a:lstStyle>
            <a:lvl1pPr>
              <a:defRPr/>
            </a:lvl1pPr>
          </a:lstStyle>
          <a:p>
            <a:pPr>
              <a:defRPr/>
            </a:pPr>
            <a:endParaRPr lang="it-IT"/>
          </a:p>
        </p:txBody>
      </p:sp>
      <p:sp>
        <p:nvSpPr>
          <p:cNvPr id="5" name="Rectangle 5">
            <a:extLst>
              <a:ext uri="{FF2B5EF4-FFF2-40B4-BE49-F238E27FC236}">
                <a16:creationId xmlns:a16="http://schemas.microsoft.com/office/drawing/2014/main" id="{A36C8A44-21E4-C6E2-5169-01CD42B6784B}"/>
              </a:ext>
            </a:extLst>
          </p:cNvPr>
          <p:cNvSpPr>
            <a:spLocks noGrp="1" noChangeArrowheads="1"/>
          </p:cNvSpPr>
          <p:nvPr>
            <p:ph type="ftr" sz="quarter" idx="11"/>
          </p:nvPr>
        </p:nvSpPr>
        <p:spPr>
          <a:ln/>
        </p:spPr>
        <p:txBody>
          <a:bodyPr/>
          <a:lstStyle>
            <a:lvl1pPr>
              <a:defRPr/>
            </a:lvl1pPr>
          </a:lstStyle>
          <a:p>
            <a:pPr>
              <a:defRPr/>
            </a:pPr>
            <a:endParaRPr lang="it-IT"/>
          </a:p>
        </p:txBody>
      </p:sp>
      <p:sp>
        <p:nvSpPr>
          <p:cNvPr id="6" name="Rectangle 6">
            <a:extLst>
              <a:ext uri="{FF2B5EF4-FFF2-40B4-BE49-F238E27FC236}">
                <a16:creationId xmlns:a16="http://schemas.microsoft.com/office/drawing/2014/main" id="{644A3C3B-E80C-5EEB-2CCD-E05148C6EF99}"/>
              </a:ext>
            </a:extLst>
          </p:cNvPr>
          <p:cNvSpPr>
            <a:spLocks noGrp="1" noChangeArrowheads="1"/>
          </p:cNvSpPr>
          <p:nvPr>
            <p:ph type="sldNum" sz="quarter" idx="12"/>
          </p:nvPr>
        </p:nvSpPr>
        <p:spPr>
          <a:ln/>
        </p:spPr>
        <p:txBody>
          <a:bodyPr/>
          <a:lstStyle>
            <a:lvl1pPr>
              <a:defRPr/>
            </a:lvl1pPr>
          </a:lstStyle>
          <a:p>
            <a:pPr>
              <a:defRPr/>
            </a:pPr>
            <a:fld id="{A78D3200-E7D7-DD4C-8861-083D84E4521A}" type="slidenum">
              <a:rPr lang="it-IT" altLang="it-IT"/>
              <a:pPr>
                <a:defRPr/>
              </a:pPr>
              <a:t>‹N›</a:t>
            </a:fld>
            <a:endParaRPr lang="it-IT" altLang="it-IT"/>
          </a:p>
        </p:txBody>
      </p:sp>
    </p:spTree>
    <p:extLst>
      <p:ext uri="{BB962C8B-B14F-4D97-AF65-F5344CB8AC3E}">
        <p14:creationId xmlns:p14="http://schemas.microsoft.com/office/powerpoint/2010/main" val="1288721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35F12B0-1D46-2E32-AFFA-73D1F9DF281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a:t>Fare clic per modificare lo stile del titolo</a:t>
            </a:r>
          </a:p>
        </p:txBody>
      </p:sp>
      <p:sp>
        <p:nvSpPr>
          <p:cNvPr id="1027" name="Rectangle 3">
            <a:extLst>
              <a:ext uri="{FF2B5EF4-FFF2-40B4-BE49-F238E27FC236}">
                <a16:creationId xmlns:a16="http://schemas.microsoft.com/office/drawing/2014/main" id="{FA9F573D-ACAB-C6F2-81F8-DB84BD5C5319}"/>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a:t>Fare clic per modificare gli stili del testo dello schema</a:t>
            </a:r>
          </a:p>
          <a:p>
            <a:pPr lvl="1"/>
            <a:r>
              <a:rPr lang="it-IT" altLang="it-IT"/>
              <a:t>Secondo livello</a:t>
            </a:r>
          </a:p>
          <a:p>
            <a:pPr lvl="2"/>
            <a:r>
              <a:rPr lang="it-IT" altLang="it-IT"/>
              <a:t>Terzo livello</a:t>
            </a:r>
          </a:p>
          <a:p>
            <a:pPr lvl="3"/>
            <a:r>
              <a:rPr lang="it-IT" altLang="it-IT"/>
              <a:t>Quarto livello</a:t>
            </a:r>
          </a:p>
          <a:p>
            <a:pPr lvl="4"/>
            <a:r>
              <a:rPr lang="it-IT" altLang="it-IT"/>
              <a:t>Quinto livello</a:t>
            </a:r>
          </a:p>
        </p:txBody>
      </p:sp>
      <p:sp>
        <p:nvSpPr>
          <p:cNvPr id="1028" name="Rectangle 4">
            <a:extLst>
              <a:ext uri="{FF2B5EF4-FFF2-40B4-BE49-F238E27FC236}">
                <a16:creationId xmlns:a16="http://schemas.microsoft.com/office/drawing/2014/main" id="{252F75CF-E800-6C84-678E-25DB0989623A}"/>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mn-ea"/>
                <a:cs typeface="+mn-cs"/>
              </a:defRPr>
            </a:lvl1pPr>
          </a:lstStyle>
          <a:p>
            <a:pPr>
              <a:defRPr/>
            </a:pPr>
            <a:endParaRPr lang="it-IT"/>
          </a:p>
        </p:txBody>
      </p:sp>
      <p:sp>
        <p:nvSpPr>
          <p:cNvPr id="1029" name="Rectangle 5">
            <a:extLst>
              <a:ext uri="{FF2B5EF4-FFF2-40B4-BE49-F238E27FC236}">
                <a16:creationId xmlns:a16="http://schemas.microsoft.com/office/drawing/2014/main" id="{2E43CB90-E24D-8B81-F31F-A388FE08C824}"/>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mn-ea"/>
                <a:cs typeface="+mn-cs"/>
              </a:defRPr>
            </a:lvl1pPr>
          </a:lstStyle>
          <a:p>
            <a:pPr>
              <a:defRPr/>
            </a:pPr>
            <a:endParaRPr lang="it-IT"/>
          </a:p>
        </p:txBody>
      </p:sp>
      <p:sp>
        <p:nvSpPr>
          <p:cNvPr id="1030" name="Rectangle 6">
            <a:extLst>
              <a:ext uri="{FF2B5EF4-FFF2-40B4-BE49-F238E27FC236}">
                <a16:creationId xmlns:a16="http://schemas.microsoft.com/office/drawing/2014/main" id="{21BF5088-A987-C655-0D7A-392313FCAF53}"/>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488F7194-2846-2C43-8E06-3E6635942529}" type="slidenum">
              <a:rPr lang="it-IT" altLang="it-IT"/>
              <a:pPr>
                <a:defRPr/>
              </a:pPr>
              <a:t>‹N›</a:t>
            </a:fld>
            <a:endParaRPr lang="it-IT" altLang="it-IT"/>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4338" name="Group 5">
            <a:extLst>
              <a:ext uri="{FF2B5EF4-FFF2-40B4-BE49-F238E27FC236}">
                <a16:creationId xmlns:a16="http://schemas.microsoft.com/office/drawing/2014/main" id="{FF47E3B5-14B5-B967-6C90-ADF2B82D3D89}"/>
              </a:ext>
            </a:extLst>
          </p:cNvPr>
          <p:cNvGrpSpPr>
            <a:grpSpLocks/>
          </p:cNvGrpSpPr>
          <p:nvPr/>
        </p:nvGrpSpPr>
        <p:grpSpPr bwMode="auto">
          <a:xfrm>
            <a:off x="446088" y="-26988"/>
            <a:ext cx="8274050" cy="6696076"/>
            <a:chOff x="446088" y="-26988"/>
            <a:chExt cx="8274050" cy="6696076"/>
          </a:xfrm>
        </p:grpSpPr>
        <p:sp>
          <p:nvSpPr>
            <p:cNvPr id="3" name="Rettangolo 3">
              <a:extLst>
                <a:ext uri="{FF2B5EF4-FFF2-40B4-BE49-F238E27FC236}">
                  <a16:creationId xmlns:a16="http://schemas.microsoft.com/office/drawing/2014/main" id="{C2A78F76-0131-42C1-16B0-EC0151652BBB}"/>
                </a:ext>
              </a:extLst>
            </p:cNvPr>
            <p:cNvSpPr>
              <a:spLocks noChangeArrowheads="1"/>
            </p:cNvSpPr>
            <p:nvPr/>
          </p:nvSpPr>
          <p:spPr bwMode="auto">
            <a:xfrm>
              <a:off x="446088" y="2205038"/>
              <a:ext cx="8274050" cy="4464050"/>
            </a:xfrm>
            <a:prstGeom prst="rect">
              <a:avLst/>
            </a:prstGeom>
            <a:solidFill>
              <a:srgbClr val="EB3013"/>
            </a:solidFill>
            <a:ln>
              <a:noFill/>
            </a:ln>
            <a:effectLst>
              <a:outerShdw blurRad="40000" dist="23000" dir="5400000" rotWithShape="0">
                <a:srgbClr val="808080">
                  <a:alpha val="34999"/>
                </a:srgbClr>
              </a:outerShdw>
            </a:effectLst>
          </p:spPr>
          <p:txBody>
            <a:bodyPr anchor="ctr"/>
            <a:lstStyle/>
            <a:p>
              <a:pPr algn="ctr" eaLnBrk="1" hangingPunct="1">
                <a:defRPr/>
              </a:pPr>
              <a:endParaRPr lang="it-IT">
                <a:solidFill>
                  <a:schemeClr val="lt1"/>
                </a:solidFill>
                <a:latin typeface="+mn-lt"/>
                <a:ea typeface="+mn-ea"/>
              </a:endParaRPr>
            </a:p>
          </p:txBody>
        </p:sp>
        <p:sp>
          <p:nvSpPr>
            <p:cNvPr id="14340" name="Titolo 1">
              <a:extLst>
                <a:ext uri="{FF2B5EF4-FFF2-40B4-BE49-F238E27FC236}">
                  <a16:creationId xmlns:a16="http://schemas.microsoft.com/office/drawing/2014/main" id="{389623C6-205C-A184-7458-3FC8F2735F2E}"/>
                </a:ext>
              </a:extLst>
            </p:cNvPr>
            <p:cNvSpPr txBox="1">
              <a:spLocks/>
            </p:cNvSpPr>
            <p:nvPr/>
          </p:nvSpPr>
          <p:spPr bwMode="auto">
            <a:xfrm>
              <a:off x="511175" y="2060575"/>
              <a:ext cx="8178800"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just">
                <a:lnSpc>
                  <a:spcPts val="4475"/>
                </a:lnSpc>
                <a:spcBef>
                  <a:spcPct val="0"/>
                </a:spcBef>
                <a:buFontTx/>
                <a:buNone/>
              </a:pPr>
              <a:r>
                <a:rPr lang="it-IT" altLang="it-IT" sz="2400" b="1">
                  <a:solidFill>
                    <a:srgbClr val="FFFFFF"/>
                  </a:solidFill>
                  <a:latin typeface="Helvetica Neue" panose="02000503000000020004" pitchFamily="2" charset="0"/>
                </a:rPr>
                <a:t>E' vietata la copia e la riproduzione dei contenuti e immagini in qualsiasi forma. E' inoltre vietata la redistribuzione e la pubblicazione dei contenuti e immagini non autorizzata espressamente dall'autore o dall'Università di Modena e Reggio Emilia</a:t>
              </a:r>
              <a:r>
                <a:rPr lang="it-IT" altLang="it-IT" sz="2400" b="1">
                  <a:solidFill>
                    <a:schemeClr val="bg1"/>
                  </a:solidFill>
                  <a:latin typeface="Helvetica Neue" panose="02000503000000020004" pitchFamily="2" charset="0"/>
                </a:rPr>
                <a:t>.</a:t>
              </a:r>
            </a:p>
          </p:txBody>
        </p:sp>
        <p:sp>
          <p:nvSpPr>
            <p:cNvPr id="14341" name="Sottotitolo 2">
              <a:extLst>
                <a:ext uri="{FF2B5EF4-FFF2-40B4-BE49-F238E27FC236}">
                  <a16:creationId xmlns:a16="http://schemas.microsoft.com/office/drawing/2014/main" id="{6901E4D6-CAAA-D9FD-D115-9E5D145F6366}"/>
                </a:ext>
              </a:extLst>
            </p:cNvPr>
            <p:cNvSpPr txBox="1">
              <a:spLocks/>
            </p:cNvSpPr>
            <p:nvPr/>
          </p:nvSpPr>
          <p:spPr bwMode="auto">
            <a:xfrm>
              <a:off x="1411288" y="5445125"/>
              <a:ext cx="6400800"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lnSpc>
                  <a:spcPts val="3125"/>
                </a:lnSpc>
                <a:buFontTx/>
                <a:buNone/>
              </a:pPr>
              <a:r>
                <a:rPr lang="it-IT" altLang="it-IT" sz="2400" b="1" dirty="0">
                  <a:solidFill>
                    <a:srgbClr val="FFFFFF"/>
                  </a:solidFill>
                  <a:latin typeface="Helvetica Neue LT Std 55 Roman" panose="02000503000000020004" pitchFamily="2" charset="0"/>
                </a:rPr>
                <a:t>Corso di Biochimica. Dietisti </a:t>
              </a:r>
            </a:p>
            <a:p>
              <a:pPr algn="ctr">
                <a:lnSpc>
                  <a:spcPts val="3125"/>
                </a:lnSpc>
                <a:buFontTx/>
                <a:buNone/>
              </a:pPr>
              <a:r>
                <a:rPr lang="it-IT" altLang="it-IT" sz="2400" b="1" dirty="0">
                  <a:solidFill>
                    <a:srgbClr val="FFFFFF"/>
                  </a:solidFill>
                  <a:latin typeface="Helvetica Neue LT Std 55 Roman" panose="02000503000000020004" pitchFamily="2" charset="0"/>
                </a:rPr>
                <a:t>Docente: D</a:t>
              </a:r>
              <a:r>
                <a:rPr lang="it-IT" altLang="en-US" sz="2400" b="1" dirty="0">
                  <a:solidFill>
                    <a:srgbClr val="FFFFFF"/>
                  </a:solidFill>
                  <a:latin typeface="Helvetica Neue LT Std 55 Roman" panose="02000503000000020004" pitchFamily="2" charset="0"/>
                </a:rPr>
                <a:t>’</a:t>
              </a:r>
              <a:r>
                <a:rPr lang="it-IT" altLang="it-IT" sz="2400" b="1" dirty="0">
                  <a:solidFill>
                    <a:srgbClr val="FFFFFF"/>
                  </a:solidFill>
                  <a:latin typeface="Helvetica Neue LT Std 55 Roman" panose="02000503000000020004" pitchFamily="2" charset="0"/>
                </a:rPr>
                <a:t>Arca Domenico</a:t>
              </a:r>
            </a:p>
          </p:txBody>
        </p:sp>
        <p:pic>
          <p:nvPicPr>
            <p:cNvPr id="14342" name="Immagine 4">
              <a:extLst>
                <a:ext uri="{FF2B5EF4-FFF2-40B4-BE49-F238E27FC236}">
                  <a16:creationId xmlns:a16="http://schemas.microsoft.com/office/drawing/2014/main" id="{85644A81-1FBE-A837-7C84-BC50D45D27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0325" y="-26988"/>
              <a:ext cx="4945063" cy="3219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82D49A77-DC4E-23D6-12B5-C8E21378E853}"/>
              </a:ext>
            </a:extLst>
          </p:cNvPr>
          <p:cNvSpPr>
            <a:spLocks noGrp="1" noChangeArrowheads="1"/>
          </p:cNvSpPr>
          <p:nvPr>
            <p:ph type="title"/>
          </p:nvPr>
        </p:nvSpPr>
        <p:spPr>
          <a:xfrm>
            <a:off x="179388" y="0"/>
            <a:ext cx="8507412" cy="850900"/>
          </a:xfrm>
        </p:spPr>
        <p:txBody>
          <a:bodyPr/>
          <a:lstStyle/>
          <a:p>
            <a:pPr eaLnBrk="1" hangingPunct="1"/>
            <a:r>
              <a:rPr lang="it-IT" altLang="it-IT" sz="3600" b="1">
                <a:ea typeface="ＭＳ Ｐゴシック" panose="020B0600070205080204" pitchFamily="34" charset="-128"/>
              </a:rPr>
              <a:t>Introduzione</a:t>
            </a:r>
          </a:p>
        </p:txBody>
      </p:sp>
      <p:sp>
        <p:nvSpPr>
          <p:cNvPr id="15362" name="Rectangle 3">
            <a:extLst>
              <a:ext uri="{FF2B5EF4-FFF2-40B4-BE49-F238E27FC236}">
                <a16:creationId xmlns:a16="http://schemas.microsoft.com/office/drawing/2014/main" id="{4DC9806A-ED82-20D0-C518-66D1AED0197A}"/>
              </a:ext>
            </a:extLst>
          </p:cNvPr>
          <p:cNvSpPr>
            <a:spLocks noGrp="1" noChangeArrowheads="1"/>
          </p:cNvSpPr>
          <p:nvPr>
            <p:ph type="body" idx="1"/>
          </p:nvPr>
        </p:nvSpPr>
        <p:spPr>
          <a:xfrm>
            <a:off x="0" y="908050"/>
            <a:ext cx="9144000" cy="5761038"/>
          </a:xfrm>
        </p:spPr>
        <p:txBody>
          <a:bodyPr/>
          <a:lstStyle/>
          <a:p>
            <a:pPr marL="355600" lvl="1" indent="0" eaLnBrk="1" hangingPunct="1">
              <a:buFontTx/>
              <a:buNone/>
            </a:pPr>
            <a:r>
              <a:rPr lang="it-IT" altLang="it-IT" b="1">
                <a:ea typeface="ＭＳ Ｐゴシック" panose="020B0600070205080204" pitchFamily="34" charset="-128"/>
              </a:rPr>
              <a:t> Gli organismi viventi sono costituiti da molecole prive di vita che, isolate ed analizzate singolarmente seguono tutte le leggi della chimica e della fisica, che governano la materia inanimata, eppure possiedono attributi straordinari</a:t>
            </a:r>
            <a:r>
              <a:rPr lang="it-IT" altLang="it-IT">
                <a:ea typeface="ＭＳ Ｐゴシック" panose="020B0600070205080204" pitchFamily="34" charset="-128"/>
              </a:rPr>
              <a:t>.</a:t>
            </a:r>
          </a:p>
          <a:p>
            <a:pPr marL="355600" lvl="1" indent="0" eaLnBrk="1" hangingPunct="1">
              <a:buFontTx/>
              <a:buNone/>
            </a:pPr>
            <a:endParaRPr lang="it-IT" altLang="it-IT">
              <a:ea typeface="ＭＳ Ｐゴシック" panose="020B0600070205080204" pitchFamily="34" charset="-128"/>
            </a:endParaRPr>
          </a:p>
          <a:p>
            <a:pPr marL="355600" lvl="1" indent="0" eaLnBrk="1" hangingPunct="1">
              <a:buFontTx/>
              <a:buChar char="•"/>
            </a:pPr>
            <a:r>
              <a:rPr lang="it-IT" altLang="it-IT" b="1">
                <a:solidFill>
                  <a:srgbClr val="FFFF00"/>
                </a:solidFill>
                <a:ea typeface="ＭＳ Ｐゴシック" panose="020B0600070205080204" pitchFamily="34" charset="-128"/>
              </a:rPr>
              <a:t>hanno la capacità di     autoreplicarsi e autocostruirsi</a:t>
            </a:r>
          </a:p>
          <a:p>
            <a:pPr marL="355600" lvl="1" indent="0" eaLnBrk="1" hangingPunct="1">
              <a:buFontTx/>
              <a:buChar char="•"/>
            </a:pPr>
            <a:r>
              <a:rPr lang="it-IT" altLang="it-IT" sz="2400" b="1">
                <a:solidFill>
                  <a:srgbClr val="FFFF00"/>
                </a:solidFill>
                <a:ea typeface="ＭＳ Ｐゴシック" panose="020B0600070205080204" pitchFamily="34" charset="-128"/>
              </a:rPr>
              <a:t> </a:t>
            </a:r>
            <a:r>
              <a:rPr lang="it-IT" altLang="it-IT" b="1">
                <a:solidFill>
                  <a:srgbClr val="FFFF00"/>
                </a:solidFill>
                <a:ea typeface="ＭＳ Ｐゴシック" panose="020B0600070205080204" pitchFamily="34" charset="-128"/>
              </a:rPr>
              <a:t>sono strutturalmente complicati ed     altamente</a:t>
            </a:r>
            <a:r>
              <a:rPr lang="it-IT" altLang="it-IT" sz="2400" b="1">
                <a:solidFill>
                  <a:srgbClr val="FFFF00"/>
                </a:solidFill>
                <a:ea typeface="ＭＳ Ｐゴシック" panose="020B0600070205080204" pitchFamily="34" charset="-128"/>
              </a:rPr>
              <a:t> </a:t>
            </a:r>
            <a:r>
              <a:rPr lang="it-IT" altLang="it-IT" b="1">
                <a:solidFill>
                  <a:srgbClr val="FFFF00"/>
                </a:solidFill>
                <a:ea typeface="ＭＳ Ｐゴシック" panose="020B0600070205080204" pitchFamily="34" charset="-128"/>
              </a:rPr>
              <a:t>organizzati</a:t>
            </a:r>
          </a:p>
          <a:p>
            <a:pPr marL="355600" lvl="1" indent="0" eaLnBrk="1" hangingPunct="1">
              <a:buFontTx/>
              <a:buChar char="•"/>
            </a:pPr>
            <a:r>
              <a:rPr lang="it-IT" altLang="it-IT" b="1">
                <a:solidFill>
                  <a:srgbClr val="FFFF00"/>
                </a:solidFill>
                <a:ea typeface="ＭＳ Ｐゴシック" panose="020B0600070205080204" pitchFamily="34" charset="-128"/>
              </a:rPr>
              <a:t> estraggono energia dal loro ambiente</a:t>
            </a:r>
          </a:p>
          <a:p>
            <a:pPr marL="355600" lvl="1" indent="0" eaLnBrk="1" hangingPunct="1">
              <a:buFontTx/>
              <a:buNone/>
            </a:pPr>
            <a:endParaRPr lang="it-IT" altLang="it-IT" b="1">
              <a:ea typeface="ＭＳ Ｐゴシック"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9123A49-E09F-7ADB-FC27-1F0BF5529E51}"/>
              </a:ext>
            </a:extLst>
          </p:cNvPr>
          <p:cNvSpPr>
            <a:spLocks noChangeArrowheads="1"/>
          </p:cNvSpPr>
          <p:nvPr/>
        </p:nvSpPr>
        <p:spPr bwMode="auto">
          <a:xfrm>
            <a:off x="468313" y="4365625"/>
            <a:ext cx="80645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2800" b="1">
                <a:latin typeface="Comic Sans MS" panose="030F0902030302020204" pitchFamily="66" charset="0"/>
              </a:rPr>
              <a:t>Per mantenere l</a:t>
            </a:r>
            <a:r>
              <a:rPr lang="ja-JP" altLang="it-IT" sz="2800" b="1">
                <a:latin typeface="Comic Sans MS" panose="030F0902030302020204" pitchFamily="66" charset="0"/>
              </a:rPr>
              <a:t>’</a:t>
            </a:r>
            <a:r>
              <a:rPr lang="it-IT" altLang="ja-JP" sz="2800" b="1">
                <a:latin typeface="Comic Sans MS" panose="030F0902030302020204" pitchFamily="66" charset="0"/>
              </a:rPr>
              <a:t>elevato grado di </a:t>
            </a:r>
            <a:r>
              <a:rPr lang="it-IT" altLang="ja-JP" sz="2800" b="1">
                <a:solidFill>
                  <a:schemeClr val="folHlink"/>
                </a:solidFill>
                <a:latin typeface="Comic Sans MS" panose="030F0902030302020204" pitchFamily="66" charset="0"/>
              </a:rPr>
              <a:t>organizzazione molecolare e strutturale</a:t>
            </a:r>
            <a:r>
              <a:rPr lang="it-IT" altLang="ja-JP" sz="2800" b="1">
                <a:latin typeface="Comic Sans MS" panose="030F0902030302020204" pitchFamily="66" charset="0"/>
              </a:rPr>
              <a:t> della cellula e</a:t>
            </a:r>
            <a:r>
              <a:rPr lang="ja-JP" altLang="it-IT" sz="2800" b="1">
                <a:latin typeface="Comic Sans MS" panose="030F0902030302020204" pitchFamily="66" charset="0"/>
              </a:rPr>
              <a:t>’</a:t>
            </a:r>
            <a:r>
              <a:rPr lang="it-IT" altLang="ja-JP" sz="2800" b="1">
                <a:latin typeface="Comic Sans MS" panose="030F0902030302020204" pitchFamily="66" charset="0"/>
              </a:rPr>
              <a:t> necessario un continuo apporto di energia</a:t>
            </a:r>
            <a:endParaRPr lang="it-IT" altLang="it-IT" sz="2800" b="1">
              <a:latin typeface="Comic Sans MS" panose="030F0902030302020204" pitchFamily="66" charset="0"/>
            </a:endParaRPr>
          </a:p>
        </p:txBody>
      </p:sp>
      <p:sp>
        <p:nvSpPr>
          <p:cNvPr id="18435" name="Text Box 3">
            <a:extLst>
              <a:ext uri="{FF2B5EF4-FFF2-40B4-BE49-F238E27FC236}">
                <a16:creationId xmlns:a16="http://schemas.microsoft.com/office/drawing/2014/main" id="{131A1424-5526-85CA-63A6-5CEAE2465784}"/>
              </a:ext>
            </a:extLst>
          </p:cNvPr>
          <p:cNvSpPr txBox="1">
            <a:spLocks noChangeArrowheads="1"/>
          </p:cNvSpPr>
          <p:nvPr/>
        </p:nvSpPr>
        <p:spPr bwMode="auto">
          <a:xfrm>
            <a:off x="179388" y="581025"/>
            <a:ext cx="8964612"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2400" b="1">
                <a:latin typeface="Comic Sans MS" panose="030F0902030302020204" pitchFamily="66" charset="0"/>
              </a:rPr>
              <a:t>La caratteristica principale che distingue la vita è il costante </a:t>
            </a:r>
            <a:r>
              <a:rPr lang="it-IT" altLang="it-IT" sz="2400" b="1">
                <a:solidFill>
                  <a:schemeClr val="folHlink"/>
                </a:solidFill>
                <a:latin typeface="Comic Sans MS" panose="030F0902030302020204" pitchFamily="66" charset="0"/>
              </a:rPr>
              <a:t>RINNOVAMENTO</a:t>
            </a:r>
            <a:r>
              <a:rPr lang="it-IT" altLang="it-IT" sz="2400" b="1">
                <a:latin typeface="Comic Sans MS" panose="030F0902030302020204" pitchFamily="66" charset="0"/>
              </a:rPr>
              <a:t> di una struttura altamente ordinata, che spesso è accompagnato da un aumento della complessità di tale struttura</a:t>
            </a:r>
          </a:p>
        </p:txBody>
      </p:sp>
      <p:sp>
        <p:nvSpPr>
          <p:cNvPr id="18436" name="Text Box 4">
            <a:extLst>
              <a:ext uri="{FF2B5EF4-FFF2-40B4-BE49-F238E27FC236}">
                <a16:creationId xmlns:a16="http://schemas.microsoft.com/office/drawing/2014/main" id="{E43FC496-0757-4E4B-B163-84C19FFEA48A}"/>
              </a:ext>
            </a:extLst>
          </p:cNvPr>
          <p:cNvSpPr txBox="1">
            <a:spLocks noChangeArrowheads="1"/>
          </p:cNvSpPr>
          <p:nvPr/>
        </p:nvSpPr>
        <p:spPr bwMode="auto">
          <a:xfrm>
            <a:off x="179388" y="2492375"/>
            <a:ext cx="88201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2400" b="1">
                <a:latin typeface="Comic Sans MS" panose="030F0902030302020204" pitchFamily="66" charset="0"/>
              </a:rPr>
              <a:t>Le leggi della termodinamica richiedono però che questa creazione locale di ordine e complessità della materia debba in qualche modo essere pagata, perché non può originarsi spontaneamente dal disordine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1000" fill="hold"/>
                                        <p:tgtEl>
                                          <p:spTgt spid="18435"/>
                                        </p:tgtEl>
                                        <p:attrNameLst>
                                          <p:attrName>ppt_w</p:attrName>
                                        </p:attrNameLst>
                                      </p:cBhvr>
                                      <p:tavLst>
                                        <p:tav tm="0">
                                          <p:val>
                                            <p:fltVal val="0"/>
                                          </p:val>
                                        </p:tav>
                                        <p:tav tm="100000">
                                          <p:val>
                                            <p:strVal val="#ppt_w"/>
                                          </p:val>
                                        </p:tav>
                                      </p:tavLst>
                                    </p:anim>
                                    <p:anim calcmode="lin" valueType="num">
                                      <p:cBhvr>
                                        <p:cTn id="8" dur="1000" fill="hold"/>
                                        <p:tgtEl>
                                          <p:spTgt spid="18435"/>
                                        </p:tgtEl>
                                        <p:attrNameLst>
                                          <p:attrName>ppt_h</p:attrName>
                                        </p:attrNameLst>
                                      </p:cBhvr>
                                      <p:tavLst>
                                        <p:tav tm="0">
                                          <p:val>
                                            <p:fltVal val="0"/>
                                          </p:val>
                                        </p:tav>
                                        <p:tav tm="100000">
                                          <p:val>
                                            <p:strVal val="#ppt_h"/>
                                          </p:val>
                                        </p:tav>
                                      </p:tavLst>
                                    </p:anim>
                                    <p:animEffect transition="in" filter="fade">
                                      <p:cBhvr>
                                        <p:cTn id="9" dur="1000"/>
                                        <p:tgtEl>
                                          <p:spTgt spid="1843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18436"/>
                                        </p:tgtEl>
                                        <p:attrNameLst>
                                          <p:attrName>style.visibility</p:attrName>
                                        </p:attrNameLst>
                                      </p:cBhvr>
                                      <p:to>
                                        <p:strVal val="visible"/>
                                      </p:to>
                                    </p:set>
                                    <p:anim calcmode="lin" valueType="num">
                                      <p:cBhvr>
                                        <p:cTn id="14" dur="1000" fill="hold"/>
                                        <p:tgtEl>
                                          <p:spTgt spid="18436"/>
                                        </p:tgtEl>
                                        <p:attrNameLst>
                                          <p:attrName>ppt_w</p:attrName>
                                        </p:attrNameLst>
                                      </p:cBhvr>
                                      <p:tavLst>
                                        <p:tav tm="0">
                                          <p:val>
                                            <p:fltVal val="0"/>
                                          </p:val>
                                        </p:tav>
                                        <p:tav tm="100000">
                                          <p:val>
                                            <p:strVal val="#ppt_w"/>
                                          </p:val>
                                        </p:tav>
                                      </p:tavLst>
                                    </p:anim>
                                    <p:anim calcmode="lin" valueType="num">
                                      <p:cBhvr>
                                        <p:cTn id="15" dur="1000" fill="hold"/>
                                        <p:tgtEl>
                                          <p:spTgt spid="18436"/>
                                        </p:tgtEl>
                                        <p:attrNameLst>
                                          <p:attrName>ppt_h</p:attrName>
                                        </p:attrNameLst>
                                      </p:cBhvr>
                                      <p:tavLst>
                                        <p:tav tm="0">
                                          <p:val>
                                            <p:fltVal val="0"/>
                                          </p:val>
                                        </p:tav>
                                        <p:tav tm="100000">
                                          <p:val>
                                            <p:strVal val="#ppt_h"/>
                                          </p:val>
                                        </p:tav>
                                      </p:tavLst>
                                    </p:anim>
                                    <p:animEffect transition="in" filter="fade">
                                      <p:cBhvr>
                                        <p:cTn id="16" dur="1000"/>
                                        <p:tgtEl>
                                          <p:spTgt spid="1843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18434"/>
                                        </p:tgtEl>
                                        <p:attrNameLst>
                                          <p:attrName>style.visibility</p:attrName>
                                        </p:attrNameLst>
                                      </p:cBhvr>
                                      <p:to>
                                        <p:strVal val="visible"/>
                                      </p:to>
                                    </p:set>
                                    <p:anim calcmode="lin" valueType="num">
                                      <p:cBhvr>
                                        <p:cTn id="21" dur="1000" fill="hold"/>
                                        <p:tgtEl>
                                          <p:spTgt spid="18434"/>
                                        </p:tgtEl>
                                        <p:attrNameLst>
                                          <p:attrName>ppt_w</p:attrName>
                                        </p:attrNameLst>
                                      </p:cBhvr>
                                      <p:tavLst>
                                        <p:tav tm="0">
                                          <p:val>
                                            <p:fltVal val="0"/>
                                          </p:val>
                                        </p:tav>
                                        <p:tav tm="100000">
                                          <p:val>
                                            <p:strVal val="#ppt_w"/>
                                          </p:val>
                                        </p:tav>
                                      </p:tavLst>
                                    </p:anim>
                                    <p:anim calcmode="lin" valueType="num">
                                      <p:cBhvr>
                                        <p:cTn id="22" dur="1000" fill="hold"/>
                                        <p:tgtEl>
                                          <p:spTgt spid="18434"/>
                                        </p:tgtEl>
                                        <p:attrNameLst>
                                          <p:attrName>ppt_h</p:attrName>
                                        </p:attrNameLst>
                                      </p:cBhvr>
                                      <p:tavLst>
                                        <p:tav tm="0">
                                          <p:val>
                                            <p:fltVal val="0"/>
                                          </p:val>
                                        </p:tav>
                                        <p:tav tm="100000">
                                          <p:val>
                                            <p:strVal val="#ppt_h"/>
                                          </p:val>
                                        </p:tav>
                                      </p:tavLst>
                                    </p:anim>
                                    <p:animEffect transition="in" filter="fade">
                                      <p:cBhvr>
                                        <p:cTn id="23" dur="10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5" grpId="0"/>
      <p:bldP spid="184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3D7AC31-F3BB-DD08-5B8E-A7C22784CA21}"/>
              </a:ext>
            </a:extLst>
          </p:cNvPr>
          <p:cNvGrpSpPr>
            <a:grpSpLocks/>
          </p:cNvGrpSpPr>
          <p:nvPr/>
        </p:nvGrpSpPr>
        <p:grpSpPr bwMode="auto">
          <a:xfrm>
            <a:off x="685800" y="260350"/>
            <a:ext cx="8458200" cy="6413500"/>
            <a:chOff x="432" y="144"/>
            <a:chExt cx="5328" cy="4040"/>
          </a:xfrm>
        </p:grpSpPr>
        <p:pic>
          <p:nvPicPr>
            <p:cNvPr id="19458" name="Picture 3" descr="Termodinamica 1">
              <a:extLst>
                <a:ext uri="{FF2B5EF4-FFF2-40B4-BE49-F238E27FC236}">
                  <a16:creationId xmlns:a16="http://schemas.microsoft.com/office/drawing/2014/main" id="{697F7D94-6A29-396A-D873-CB5507476C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144"/>
              <a:ext cx="1755" cy="4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Text Box 4">
              <a:extLst>
                <a:ext uri="{FF2B5EF4-FFF2-40B4-BE49-F238E27FC236}">
                  <a16:creationId xmlns:a16="http://schemas.microsoft.com/office/drawing/2014/main" id="{DEEB10BF-754A-C7F2-FAC5-5717232EC0D9}"/>
                </a:ext>
              </a:extLst>
            </p:cNvPr>
            <p:cNvSpPr txBox="1">
              <a:spLocks noChangeArrowheads="1"/>
            </p:cNvSpPr>
            <p:nvPr/>
          </p:nvSpPr>
          <p:spPr bwMode="auto">
            <a:xfrm>
              <a:off x="2304" y="1824"/>
              <a:ext cx="3408" cy="101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50000"/>
                </a:spcBef>
                <a:defRPr/>
              </a:pPr>
              <a:r>
                <a:rPr lang="it-IT" altLang="it-IT" sz="2000" b="1">
                  <a:effectLst>
                    <a:outerShdw blurRad="38100" dist="38100" dir="2700000" algn="tl">
                      <a:srgbClr val="000000"/>
                    </a:outerShdw>
                  </a:effectLst>
                  <a:latin typeface="Comic Sans MS" panose="030F0902030302020204" pitchFamily="66" charset="0"/>
                </a:rPr>
                <a:t>Le cellule sono sistemi aperti che scambiano energia e materia con l</a:t>
              </a:r>
              <a:r>
                <a:rPr lang="ja-JP" altLang="it-IT" sz="2000" b="1">
                  <a:effectLst>
                    <a:outerShdw blurRad="38100" dist="38100" dir="2700000" algn="tl">
                      <a:srgbClr val="000000"/>
                    </a:outerShdw>
                  </a:effectLst>
                  <a:latin typeface="Comic Sans MS" panose="030F0902030302020204" pitchFamily="66" charset="0"/>
                </a:rPr>
                <a:t>’</a:t>
              </a:r>
              <a:r>
                <a:rPr lang="it-IT" altLang="ja-JP" sz="2000" b="1">
                  <a:effectLst>
                    <a:outerShdw blurRad="38100" dist="38100" dir="2700000" algn="tl">
                      <a:srgbClr val="000000"/>
                    </a:outerShdw>
                  </a:effectLst>
                  <a:latin typeface="Comic Sans MS" panose="030F0902030302020204" pitchFamily="66" charset="0"/>
                </a:rPr>
                <a:t>ambiente circostante. Sono quindi in grado di ricavare energia dall</a:t>
              </a:r>
              <a:r>
                <a:rPr lang="ja-JP" altLang="it-IT" sz="2000" b="1">
                  <a:effectLst>
                    <a:outerShdw blurRad="38100" dist="38100" dir="2700000" algn="tl">
                      <a:srgbClr val="000000"/>
                    </a:outerShdw>
                  </a:effectLst>
                  <a:latin typeface="Comic Sans MS" panose="030F0902030302020204" pitchFamily="66" charset="0"/>
                </a:rPr>
                <a:t>’</a:t>
              </a:r>
              <a:r>
                <a:rPr lang="it-IT" altLang="ja-JP" sz="2000" b="1">
                  <a:effectLst>
                    <a:outerShdw blurRad="38100" dist="38100" dir="2700000" algn="tl">
                      <a:srgbClr val="000000"/>
                    </a:outerShdw>
                  </a:effectLst>
                  <a:latin typeface="Comic Sans MS" panose="030F0902030302020204" pitchFamily="66" charset="0"/>
                </a:rPr>
                <a:t>ambiente e di trasformarla nei diversi tipi di lavoro</a:t>
              </a:r>
              <a:endParaRPr lang="it-IT" altLang="it-IT" sz="2000" b="1">
                <a:effectLst>
                  <a:outerShdw blurRad="38100" dist="38100" dir="2700000" algn="tl">
                    <a:srgbClr val="000000"/>
                  </a:outerShdw>
                </a:effectLst>
                <a:latin typeface="Comic Sans MS" panose="030F0902030302020204" pitchFamily="66" charset="0"/>
              </a:endParaRPr>
            </a:p>
          </p:txBody>
        </p:sp>
        <p:sp>
          <p:nvSpPr>
            <p:cNvPr id="26629" name="Text Box 5">
              <a:extLst>
                <a:ext uri="{FF2B5EF4-FFF2-40B4-BE49-F238E27FC236}">
                  <a16:creationId xmlns:a16="http://schemas.microsoft.com/office/drawing/2014/main" id="{086A3C7D-1A02-4483-4703-4613BCA340FA}"/>
                </a:ext>
              </a:extLst>
            </p:cNvPr>
            <p:cNvSpPr txBox="1">
              <a:spLocks noChangeArrowheads="1"/>
            </p:cNvSpPr>
            <p:nvPr/>
          </p:nvSpPr>
          <p:spPr bwMode="auto">
            <a:xfrm>
              <a:off x="2304" y="624"/>
              <a:ext cx="3456" cy="634"/>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a:effectLst>
                    <a:outerShdw blurRad="38100" dist="38100" dir="2700000" algn="tl">
                      <a:srgbClr val="000000"/>
                    </a:outerShdw>
                  </a:effectLst>
                  <a:latin typeface="Comic Sans MS" panose="030F0902030302020204" pitchFamily="66" charset="0"/>
                </a:rPr>
                <a:t>Se la cellula fosse un sistema isolato si evolverebbe spontaneamente verso uno stato di massima entropia</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6">
            <a:extLst>
              <a:ext uri="{FF2B5EF4-FFF2-40B4-BE49-F238E27FC236}">
                <a16:creationId xmlns:a16="http://schemas.microsoft.com/office/drawing/2014/main" id="{645EF8A0-5B24-9EC6-AB53-49938E2D93CA}"/>
              </a:ext>
            </a:extLst>
          </p:cNvPr>
          <p:cNvSpPr>
            <a:spLocks noGrp="1" noChangeArrowheads="1"/>
          </p:cNvSpPr>
          <p:nvPr>
            <p:ph type="title"/>
          </p:nvPr>
        </p:nvSpPr>
        <p:spPr/>
        <p:txBody>
          <a:bodyPr/>
          <a:lstStyle/>
          <a:p>
            <a:pPr algn="l" eaLnBrk="1" hangingPunct="1"/>
            <a:r>
              <a:rPr lang="it-IT" altLang="it-IT" sz="2800">
                <a:ea typeface="ＭＳ Ｐゴシック" panose="020B0600070205080204" pitchFamily="34" charset="-128"/>
              </a:rPr>
              <a:t>L</a:t>
            </a:r>
            <a:r>
              <a:rPr lang="ja-JP" altLang="it-IT" sz="2800">
                <a:ea typeface="ＭＳ Ｐゴシック" panose="020B0600070205080204" pitchFamily="34" charset="-128"/>
              </a:rPr>
              <a:t>’</a:t>
            </a:r>
            <a:r>
              <a:rPr lang="it-IT" altLang="ja-JP" sz="2800">
                <a:ea typeface="ＭＳ Ｐゴシック" panose="020B0600070205080204" pitchFamily="34" charset="-128"/>
              </a:rPr>
              <a:t>energia, di cui necessitano gli organismi viventi, deriva o dalle molecole ad alta energia o dalla luce solare (</a:t>
            </a:r>
            <a:r>
              <a:rPr lang="it-IT" altLang="ja-JP" sz="2800">
                <a:solidFill>
                  <a:schemeClr val="folHlink"/>
                </a:solidFill>
                <a:ea typeface="ＭＳ Ｐゴシック" panose="020B0600070205080204" pitchFamily="34" charset="-128"/>
              </a:rPr>
              <a:t>energia potenziale</a:t>
            </a:r>
            <a:r>
              <a:rPr lang="it-IT" altLang="ja-JP" sz="2800">
                <a:ea typeface="ＭＳ Ｐゴシック" panose="020B0600070205080204" pitchFamily="34" charset="-128"/>
              </a:rPr>
              <a:t>)</a:t>
            </a:r>
            <a:endParaRPr lang="it-IT" altLang="it-IT" sz="2800">
              <a:ea typeface="ＭＳ Ｐゴシック" panose="020B0600070205080204" pitchFamily="34" charset="-128"/>
            </a:endParaRPr>
          </a:p>
        </p:txBody>
      </p:sp>
      <p:sp>
        <p:nvSpPr>
          <p:cNvPr id="21506" name="Rectangle 7">
            <a:extLst>
              <a:ext uri="{FF2B5EF4-FFF2-40B4-BE49-F238E27FC236}">
                <a16:creationId xmlns:a16="http://schemas.microsoft.com/office/drawing/2014/main" id="{D87B68EB-C31B-EC93-DC09-2C497F50EE12}"/>
              </a:ext>
            </a:extLst>
          </p:cNvPr>
          <p:cNvSpPr>
            <a:spLocks noGrp="1" noChangeArrowheads="1"/>
          </p:cNvSpPr>
          <p:nvPr>
            <p:ph type="body" idx="1"/>
          </p:nvPr>
        </p:nvSpPr>
        <p:spPr>
          <a:xfrm>
            <a:off x="457200" y="2781300"/>
            <a:ext cx="8229600" cy="3344863"/>
          </a:xfrm>
        </p:spPr>
        <p:txBody>
          <a:bodyPr/>
          <a:lstStyle/>
          <a:p>
            <a:pPr eaLnBrk="1" hangingPunct="1"/>
            <a:r>
              <a:rPr lang="it-IT" altLang="it-IT">
                <a:ea typeface="ＭＳ Ｐゴシック" panose="020B0600070205080204" pitchFamily="34" charset="-128"/>
              </a:rPr>
              <a:t>Le cellule sono eccellenti trasduttori di energia chimica, meccanica, osmotica.</a:t>
            </a:r>
          </a:p>
          <a:p>
            <a:pPr eaLnBrk="1" hangingPunct="1"/>
            <a:r>
              <a:rPr lang="it-IT" altLang="it-IT">
                <a:ea typeface="ＭＳ Ｐゴシック" panose="020B0600070205080204" pitchFamily="34" charset="-128"/>
              </a:rPr>
              <a:t>In queste trasduzioni di energia valgono le leggi della termodinamica.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4F105C2B-8A02-515B-FAC8-DBFDAEBEC229}"/>
              </a:ext>
            </a:extLst>
          </p:cNvPr>
          <p:cNvSpPr>
            <a:spLocks noGrp="1" noChangeArrowheads="1"/>
          </p:cNvSpPr>
          <p:nvPr>
            <p:ph type="title"/>
          </p:nvPr>
        </p:nvSpPr>
        <p:spPr>
          <a:xfrm>
            <a:off x="457200" y="274638"/>
            <a:ext cx="8229600" cy="706437"/>
          </a:xfrm>
        </p:spPr>
        <p:txBody>
          <a:bodyPr/>
          <a:lstStyle/>
          <a:p>
            <a:pPr eaLnBrk="1" hangingPunct="1"/>
            <a:r>
              <a:rPr lang="it-IT" altLang="it-IT" sz="3600">
                <a:solidFill>
                  <a:schemeClr val="folHlink"/>
                </a:solidFill>
                <a:ea typeface="ＭＳ Ｐゴシック" panose="020B0600070205080204" pitchFamily="34" charset="-128"/>
              </a:rPr>
              <a:t>Leggi della Termodinamica</a:t>
            </a:r>
          </a:p>
        </p:txBody>
      </p:sp>
      <p:sp>
        <p:nvSpPr>
          <p:cNvPr id="23554" name="Rectangle 3">
            <a:extLst>
              <a:ext uri="{FF2B5EF4-FFF2-40B4-BE49-F238E27FC236}">
                <a16:creationId xmlns:a16="http://schemas.microsoft.com/office/drawing/2014/main" id="{B4202045-7A8C-38FA-69D7-7F2D0FD40C5D}"/>
              </a:ext>
            </a:extLst>
          </p:cNvPr>
          <p:cNvSpPr>
            <a:spLocks noGrp="1" noChangeArrowheads="1"/>
          </p:cNvSpPr>
          <p:nvPr>
            <p:ph type="body" idx="1"/>
          </p:nvPr>
        </p:nvSpPr>
        <p:spPr>
          <a:xfrm>
            <a:off x="457200" y="1125538"/>
            <a:ext cx="8686800" cy="5256212"/>
          </a:xfrm>
        </p:spPr>
        <p:txBody>
          <a:bodyPr/>
          <a:lstStyle/>
          <a:p>
            <a:pPr marL="0" indent="0" eaLnBrk="1" hangingPunct="1"/>
            <a:r>
              <a:rPr lang="it-IT" altLang="it-IT" sz="2800" b="1">
                <a:solidFill>
                  <a:schemeClr val="folHlink"/>
                </a:solidFill>
                <a:ea typeface="ＭＳ Ｐゴシック" panose="020B0600070205080204" pitchFamily="34" charset="-128"/>
              </a:rPr>
              <a:t>Prima legge o della Conservazione dell</a:t>
            </a:r>
            <a:r>
              <a:rPr lang="ja-JP" altLang="it-IT" sz="2800" b="1">
                <a:solidFill>
                  <a:schemeClr val="folHlink"/>
                </a:solidFill>
                <a:ea typeface="ＭＳ Ｐゴシック" panose="020B0600070205080204" pitchFamily="34" charset="-128"/>
              </a:rPr>
              <a:t>’</a:t>
            </a:r>
            <a:r>
              <a:rPr lang="it-IT" altLang="ja-JP" sz="2800" b="1">
                <a:solidFill>
                  <a:schemeClr val="folHlink"/>
                </a:solidFill>
                <a:ea typeface="ＭＳ Ｐゴシック" panose="020B0600070205080204" pitchFamily="34" charset="-128"/>
              </a:rPr>
              <a:t>energia</a:t>
            </a:r>
          </a:p>
          <a:p>
            <a:pPr marL="0" indent="0" eaLnBrk="1" hangingPunct="1">
              <a:buFontTx/>
              <a:buNone/>
            </a:pPr>
            <a:r>
              <a:rPr lang="it-IT" altLang="it-IT" sz="2800" b="1">
                <a:ea typeface="ＭＳ Ｐゴシック" panose="020B0600070205080204" pitchFamily="34" charset="-128"/>
              </a:rPr>
              <a:t>In qualsiasi modificazione chimica o fisica, la quantità totale di energia, all</a:t>
            </a:r>
            <a:r>
              <a:rPr lang="ja-JP" altLang="it-IT" sz="2800" b="1">
                <a:ea typeface="ＭＳ Ｐゴシック" panose="020B0600070205080204" pitchFamily="34" charset="-128"/>
              </a:rPr>
              <a:t>’</a:t>
            </a:r>
            <a:r>
              <a:rPr lang="it-IT" altLang="ja-JP" sz="2800" b="1">
                <a:ea typeface="ＭＳ Ｐゴシック" panose="020B0600070205080204" pitchFamily="34" charset="-128"/>
              </a:rPr>
              <a:t>interno di un sistema, non si crea né si distrugge, ma si trasforma</a:t>
            </a:r>
          </a:p>
          <a:p>
            <a:pPr marL="0" indent="0" eaLnBrk="1" hangingPunct="1">
              <a:buFontTx/>
              <a:buNone/>
            </a:pPr>
            <a:r>
              <a:rPr lang="it-IT" altLang="it-IT" sz="2800" b="1">
                <a:solidFill>
                  <a:schemeClr val="folHlink"/>
                </a:solidFill>
                <a:ea typeface="ＭＳ Ｐゴシック" panose="020B0600070205080204" pitchFamily="34" charset="-128"/>
              </a:rPr>
              <a:t>Seconda legge</a:t>
            </a:r>
          </a:p>
          <a:p>
            <a:pPr marL="0" indent="0" eaLnBrk="1" hangingPunct="1">
              <a:buFontTx/>
              <a:buNone/>
            </a:pPr>
            <a:r>
              <a:rPr lang="it-IT" altLang="it-IT" sz="2800" b="1">
                <a:ea typeface="ＭＳ Ｐゴシック" panose="020B0600070205080204" pitchFamily="34" charset="-128"/>
              </a:rPr>
              <a:t>Ogni modificazione energetica determina un aumento del grado di disordine o </a:t>
            </a:r>
            <a:r>
              <a:rPr lang="it-IT" altLang="it-IT" sz="2800" b="1">
                <a:solidFill>
                  <a:schemeClr val="folHlink"/>
                </a:solidFill>
                <a:ea typeface="ＭＳ Ｐゴシック" panose="020B0600070205080204" pitchFamily="34" charset="-128"/>
              </a:rPr>
              <a:t>entropia </a:t>
            </a:r>
            <a:r>
              <a:rPr lang="it-IT" altLang="it-IT" sz="2800" b="1">
                <a:ea typeface="ＭＳ Ｐゴシック" panose="020B0600070205080204" pitchFamily="34" charset="-128"/>
              </a:rPr>
              <a:t>del sistema in cui la modificazione è avvenuta</a:t>
            </a:r>
          </a:p>
          <a:p>
            <a:pPr marL="0" indent="0" algn="ctr" eaLnBrk="1" hangingPunct="1">
              <a:buFontTx/>
              <a:buNone/>
            </a:pPr>
            <a:r>
              <a:rPr lang="el-GR" altLang="it-IT" sz="2800" b="1">
                <a:ea typeface="ＭＳ Ｐゴシック" panose="020B0600070205080204" pitchFamily="34" charset="-128"/>
                <a:cs typeface="Arial" panose="020B0604020202020204" pitchFamily="34" charset="0"/>
              </a:rPr>
              <a:t>Δ</a:t>
            </a:r>
            <a:r>
              <a:rPr lang="it-IT" altLang="it-IT" sz="2800" b="1">
                <a:ea typeface="ＭＳ Ｐゴシック" panose="020B0600070205080204" pitchFamily="34" charset="-128"/>
                <a:cs typeface="Arial" panose="020B0604020202020204" pitchFamily="34" charset="0"/>
              </a:rPr>
              <a:t>G = </a:t>
            </a:r>
            <a:r>
              <a:rPr lang="el-GR" altLang="it-IT" sz="2800" b="1">
                <a:ea typeface="ＭＳ Ｐゴシック" panose="020B0600070205080204" pitchFamily="34" charset="-128"/>
                <a:cs typeface="Arial" panose="020B0604020202020204" pitchFamily="34" charset="0"/>
              </a:rPr>
              <a:t>Δ</a:t>
            </a:r>
            <a:r>
              <a:rPr lang="it-IT" altLang="it-IT" sz="2800" b="1">
                <a:ea typeface="ＭＳ Ｐゴシック" panose="020B0600070205080204" pitchFamily="34" charset="-128"/>
                <a:cs typeface="Arial" panose="020B0604020202020204" pitchFamily="34" charset="0"/>
              </a:rPr>
              <a:t>H-T</a:t>
            </a:r>
            <a:r>
              <a:rPr lang="el-GR" altLang="it-IT" sz="2800" b="1">
                <a:ea typeface="ＭＳ Ｐゴシック" panose="020B0600070205080204" pitchFamily="34" charset="-128"/>
                <a:cs typeface="Arial" panose="020B0604020202020204" pitchFamily="34" charset="0"/>
              </a:rPr>
              <a:t>Δ</a:t>
            </a:r>
            <a:r>
              <a:rPr lang="it-IT" altLang="it-IT" sz="2800" b="1">
                <a:ea typeface="ＭＳ Ｐゴシック" panose="020B0600070205080204" pitchFamily="34" charset="-128"/>
                <a:cs typeface="Arial" panose="020B0604020202020204" pitchFamily="34" charset="0"/>
              </a:rPr>
              <a:t>S</a:t>
            </a:r>
          </a:p>
          <a:p>
            <a:pPr marL="0" indent="0" eaLnBrk="1" hangingPunct="1">
              <a:buFontTx/>
              <a:buNone/>
            </a:pPr>
            <a:r>
              <a:rPr lang="it-IT" altLang="it-IT" sz="2800" b="1">
                <a:ea typeface="ＭＳ Ｐゴシック" panose="020B0600070205080204" pitchFamily="34" charset="-128"/>
                <a:cs typeface="Arial" panose="020B0604020202020204" pitchFamily="34" charset="0"/>
              </a:rPr>
              <a:t>G= energia libera  H= entalpia  S= entropia </a:t>
            </a:r>
            <a:endParaRPr lang="el-GR" altLang="it-IT" sz="2800" b="1">
              <a:ea typeface="ＭＳ Ｐゴシック" panose="020B0600070205080204" pitchFamily="34" charset="-128"/>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1DC0CF4-5671-48EB-B9E5-28C5DBC981FF}"/>
              </a:ext>
            </a:extLst>
          </p:cNvPr>
          <p:cNvSpPr>
            <a:spLocks noGrp="1" noChangeArrowheads="1"/>
          </p:cNvSpPr>
          <p:nvPr>
            <p:ph type="title"/>
          </p:nvPr>
        </p:nvSpPr>
        <p:spPr/>
        <p:txBody>
          <a:bodyPr/>
          <a:lstStyle/>
          <a:p>
            <a:pPr eaLnBrk="1" hangingPunct="1"/>
            <a:r>
              <a:rPr lang="it-IT" altLang="it-IT" b="1">
                <a:solidFill>
                  <a:schemeClr val="folHlink"/>
                </a:solidFill>
                <a:ea typeface="ＭＳ Ｐゴシック" panose="020B0600070205080204" pitchFamily="34" charset="-128"/>
              </a:rPr>
              <a:t>BIOENERGETICA</a:t>
            </a:r>
          </a:p>
        </p:txBody>
      </p:sp>
      <p:sp>
        <p:nvSpPr>
          <p:cNvPr id="25602" name="Rectangle 3">
            <a:extLst>
              <a:ext uri="{FF2B5EF4-FFF2-40B4-BE49-F238E27FC236}">
                <a16:creationId xmlns:a16="http://schemas.microsoft.com/office/drawing/2014/main" id="{E943F48E-A445-81C8-8CEA-0EDB8524B7D0}"/>
              </a:ext>
            </a:extLst>
          </p:cNvPr>
          <p:cNvSpPr>
            <a:spLocks noGrp="1" noChangeArrowheads="1"/>
          </p:cNvSpPr>
          <p:nvPr>
            <p:ph type="body" idx="1"/>
          </p:nvPr>
        </p:nvSpPr>
        <p:spPr/>
        <p:txBody>
          <a:bodyPr/>
          <a:lstStyle/>
          <a:p>
            <a:pPr eaLnBrk="1" hangingPunct="1"/>
            <a:r>
              <a:rPr lang="it-IT" altLang="it-IT">
                <a:ea typeface="ＭＳ Ｐゴシック" panose="020B0600070205080204" pitchFamily="34" charset="-128"/>
              </a:rPr>
              <a:t>E</a:t>
            </a:r>
            <a:r>
              <a:rPr lang="ja-JP" altLang="it-IT">
                <a:ea typeface="ＭＳ Ｐゴシック" panose="020B0600070205080204" pitchFamily="34" charset="-128"/>
              </a:rPr>
              <a:t>’</a:t>
            </a:r>
            <a:r>
              <a:rPr lang="it-IT" altLang="ja-JP">
                <a:ea typeface="ＭＳ Ｐゴシック" panose="020B0600070205080204" pitchFamily="34" charset="-128"/>
              </a:rPr>
              <a:t> quella parte della Biochimica che si occupa delle trasformazioni e dell</a:t>
            </a:r>
            <a:r>
              <a:rPr lang="ja-JP" altLang="it-IT">
                <a:ea typeface="ＭＳ Ｐゴシック" panose="020B0600070205080204" pitchFamily="34" charset="-128"/>
              </a:rPr>
              <a:t>’</a:t>
            </a:r>
            <a:r>
              <a:rPr lang="it-IT" altLang="ja-JP">
                <a:ea typeface="ＭＳ Ｐゴシック" panose="020B0600070205080204" pitchFamily="34" charset="-128"/>
              </a:rPr>
              <a:t>utilizzo dell</a:t>
            </a:r>
            <a:r>
              <a:rPr lang="ja-JP" altLang="it-IT">
                <a:ea typeface="ＭＳ Ｐゴシック" panose="020B0600070205080204" pitchFamily="34" charset="-128"/>
              </a:rPr>
              <a:t>’</a:t>
            </a:r>
            <a:r>
              <a:rPr lang="it-IT" altLang="ja-JP">
                <a:ea typeface="ＭＳ Ｐゴシック" panose="020B0600070205080204" pitchFamily="34" charset="-128"/>
              </a:rPr>
              <a:t>energia negli organismi viventi, porgendo attenzione alla natura e alla funzione dei processi chimici che sono alla base di queste trasduzioni di energia.</a:t>
            </a:r>
            <a:endParaRPr lang="it-IT" altLang="it-IT">
              <a:ea typeface="ＭＳ Ｐゴシック" panose="020B0600070205080204" pitchFamily="34"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a:extLst>
              <a:ext uri="{FF2B5EF4-FFF2-40B4-BE49-F238E27FC236}">
                <a16:creationId xmlns:a16="http://schemas.microsoft.com/office/drawing/2014/main" id="{E090906C-8607-EE5E-9BD5-F87DE2AEA31A}"/>
              </a:ext>
            </a:extLst>
          </p:cNvPr>
          <p:cNvSpPr txBox="1">
            <a:spLocks noChangeArrowheads="1"/>
          </p:cNvSpPr>
          <p:nvPr/>
        </p:nvSpPr>
        <p:spPr bwMode="auto">
          <a:xfrm>
            <a:off x="0" y="5715000"/>
            <a:ext cx="9061450" cy="823913"/>
          </a:xfrm>
          <a:prstGeom prst="rect">
            <a:avLst/>
          </a:prstGeom>
          <a:solidFill>
            <a:srgbClr val="CCFF33"/>
          </a:solid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a:solidFill>
                  <a:schemeClr val="accent2"/>
                </a:solidFill>
                <a:effectLst>
                  <a:outerShdw blurRad="38100" dist="38100" dir="2700000" algn="tl">
                    <a:srgbClr val="000000"/>
                  </a:outerShdw>
                </a:effectLst>
                <a:latin typeface="Comic Sans MS" panose="030F0902030302020204" pitchFamily="66" charset="0"/>
              </a:rPr>
              <a:t>Un processo spontaneo a T e P costanti sarà caratterizzato da un valore di </a:t>
            </a:r>
            <a:r>
              <a:rPr lang="it-IT" altLang="it-IT" sz="2800" b="1">
                <a:solidFill>
                  <a:schemeClr val="accent2"/>
                </a:solidFill>
                <a:effectLst>
                  <a:outerShdw blurRad="38100" dist="38100" dir="2700000" algn="tl">
                    <a:srgbClr val="000000"/>
                  </a:outerShdw>
                </a:effectLst>
                <a:latin typeface="Comic Sans MS" panose="030F0902030302020204" pitchFamily="66" charset="0"/>
              </a:rPr>
              <a:t>ΔG </a:t>
            </a:r>
            <a:r>
              <a:rPr lang="it-IT" altLang="it-IT" sz="2000" b="1">
                <a:solidFill>
                  <a:schemeClr val="accent2"/>
                </a:solidFill>
                <a:effectLst>
                  <a:outerShdw blurRad="38100" dist="38100" dir="2700000" algn="tl">
                    <a:srgbClr val="000000"/>
                  </a:outerShdw>
                </a:effectLst>
                <a:latin typeface="Comic Sans MS" panose="030F0902030302020204" pitchFamily="66" charset="0"/>
              </a:rPr>
              <a:t>negativo e si dice che esso è esoergonico</a:t>
            </a:r>
          </a:p>
        </p:txBody>
      </p:sp>
      <p:grpSp>
        <p:nvGrpSpPr>
          <p:cNvPr id="2" name="Group 3">
            <a:extLst>
              <a:ext uri="{FF2B5EF4-FFF2-40B4-BE49-F238E27FC236}">
                <a16:creationId xmlns:a16="http://schemas.microsoft.com/office/drawing/2014/main" id="{019E9BEE-9042-BDDA-9E25-C153A44C93C4}"/>
              </a:ext>
            </a:extLst>
          </p:cNvPr>
          <p:cNvGrpSpPr>
            <a:grpSpLocks/>
          </p:cNvGrpSpPr>
          <p:nvPr/>
        </p:nvGrpSpPr>
        <p:grpSpPr bwMode="auto">
          <a:xfrm>
            <a:off x="0" y="-15875"/>
            <a:ext cx="9144000" cy="5578475"/>
            <a:chOff x="0" y="-10"/>
            <a:chExt cx="5760" cy="3514"/>
          </a:xfrm>
        </p:grpSpPr>
        <p:sp>
          <p:nvSpPr>
            <p:cNvPr id="32772" name="Text Box 4">
              <a:extLst>
                <a:ext uri="{FF2B5EF4-FFF2-40B4-BE49-F238E27FC236}">
                  <a16:creationId xmlns:a16="http://schemas.microsoft.com/office/drawing/2014/main" id="{A6B9EDE1-09C0-4050-F713-0D7EA589AC35}"/>
                </a:ext>
              </a:extLst>
            </p:cNvPr>
            <p:cNvSpPr txBox="1">
              <a:spLocks noChangeArrowheads="1"/>
            </p:cNvSpPr>
            <p:nvPr/>
          </p:nvSpPr>
          <p:spPr bwMode="auto">
            <a:xfrm>
              <a:off x="0" y="-10"/>
              <a:ext cx="5760" cy="634"/>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defRPr/>
              </a:pPr>
              <a:r>
                <a:rPr lang="it-IT" altLang="it-IT" sz="2000" b="1">
                  <a:effectLst>
                    <a:outerShdw blurRad="38100" dist="38100" dir="2700000" algn="tl">
                      <a:srgbClr val="000000"/>
                    </a:outerShdw>
                  </a:effectLst>
                  <a:latin typeface="Comic Sans MS" panose="030F0902030302020204" pitchFamily="66" charset="0"/>
                </a:rPr>
                <a:t>Le cellule e gli organismi devono produrre lavoro per mantenere lo stato vivente. Il tipo di energia che le cellule possono usare per compiere lavoro è detto </a:t>
              </a:r>
              <a:r>
                <a:rPr lang="it-IT" altLang="it-IT" sz="2000" b="1">
                  <a:solidFill>
                    <a:schemeClr val="folHlink"/>
                  </a:solidFill>
                  <a:effectLst>
                    <a:outerShdw blurRad="38100" dist="38100" dir="2700000" algn="tl">
                      <a:srgbClr val="000000"/>
                    </a:outerShdw>
                  </a:effectLst>
                  <a:latin typeface="Comic Sans MS" panose="030F0902030302020204" pitchFamily="66" charset="0"/>
                </a:rPr>
                <a:t>ENERGIA LIBERA</a:t>
              </a:r>
            </a:p>
          </p:txBody>
        </p:sp>
        <p:sp>
          <p:nvSpPr>
            <p:cNvPr id="32773" name="Text Box 5">
              <a:extLst>
                <a:ext uri="{FF2B5EF4-FFF2-40B4-BE49-F238E27FC236}">
                  <a16:creationId xmlns:a16="http://schemas.microsoft.com/office/drawing/2014/main" id="{3BB05557-9BEE-C171-3305-BB4EB8512149}"/>
                </a:ext>
              </a:extLst>
            </p:cNvPr>
            <p:cNvSpPr txBox="1">
              <a:spLocks noChangeArrowheads="1"/>
            </p:cNvSpPr>
            <p:nvPr/>
          </p:nvSpPr>
          <p:spPr bwMode="auto">
            <a:xfrm>
              <a:off x="0" y="672"/>
              <a:ext cx="5760" cy="519"/>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a:effectLst>
                    <a:outerShdw blurRad="38100" dist="38100" dir="2700000" algn="tl">
                      <a:srgbClr val="000000"/>
                    </a:outerShdw>
                  </a:effectLst>
                  <a:latin typeface="Comic Sans MS" panose="030F0902030302020204" pitchFamily="66" charset="0"/>
                </a:rPr>
                <a:t>Per indicare la variazione dell</a:t>
              </a:r>
              <a:r>
                <a:rPr lang="ja-JP" altLang="it-IT" sz="2000" b="1">
                  <a:effectLst>
                    <a:outerShdw blurRad="38100" dist="38100" dir="2700000" algn="tl">
                      <a:srgbClr val="000000"/>
                    </a:outerShdw>
                  </a:effectLst>
                  <a:latin typeface="Comic Sans MS" panose="030F0902030302020204" pitchFamily="66" charset="0"/>
                </a:rPr>
                <a:t>’</a:t>
              </a:r>
              <a:r>
                <a:rPr lang="it-IT" altLang="ja-JP" sz="2000" b="1">
                  <a:effectLst>
                    <a:outerShdw blurRad="38100" dist="38100" dir="2700000" algn="tl">
                      <a:srgbClr val="000000"/>
                    </a:outerShdw>
                  </a:effectLst>
                  <a:latin typeface="Comic Sans MS" panose="030F0902030302020204" pitchFamily="66" charset="0"/>
                </a:rPr>
                <a:t>energia libera di Gibbs in un sistema durante un processo di qualsiasi natura si adotta il simbolo</a:t>
              </a:r>
              <a:r>
                <a:rPr lang="it-IT" altLang="ja-JP" sz="2000" b="1">
                  <a:solidFill>
                    <a:schemeClr val="accent2"/>
                  </a:solidFill>
                  <a:effectLst>
                    <a:outerShdw blurRad="38100" dist="38100" dir="2700000" algn="tl">
                      <a:srgbClr val="000000"/>
                    </a:outerShdw>
                  </a:effectLst>
                  <a:latin typeface="Comic Sans MS" panose="030F0902030302020204" pitchFamily="66" charset="0"/>
                </a:rPr>
                <a:t> </a:t>
              </a:r>
              <a:r>
                <a:rPr lang="it-IT" altLang="ja-JP" sz="2800" b="1">
                  <a:solidFill>
                    <a:schemeClr val="folHlink"/>
                  </a:solidFill>
                  <a:effectLst>
                    <a:outerShdw blurRad="38100" dist="38100" dir="2700000" algn="tl">
                      <a:srgbClr val="000000"/>
                    </a:outerShdw>
                  </a:effectLst>
                  <a:latin typeface="Comic Sans MS" panose="030F0902030302020204" pitchFamily="66" charset="0"/>
                </a:rPr>
                <a:t>ΔG</a:t>
              </a:r>
              <a:endParaRPr lang="it-IT" altLang="it-IT" sz="2800" b="1">
                <a:solidFill>
                  <a:schemeClr val="folHlink"/>
                </a:solidFill>
                <a:effectLst>
                  <a:outerShdw blurRad="38100" dist="38100" dir="2700000" algn="tl">
                    <a:srgbClr val="000000"/>
                  </a:outerShdw>
                </a:effectLst>
                <a:latin typeface="Comic Sans MS" panose="030F0902030302020204" pitchFamily="66" charset="0"/>
              </a:endParaRPr>
            </a:p>
          </p:txBody>
        </p:sp>
        <p:sp>
          <p:nvSpPr>
            <p:cNvPr id="32774" name="Text Box 6">
              <a:extLst>
                <a:ext uri="{FF2B5EF4-FFF2-40B4-BE49-F238E27FC236}">
                  <a16:creationId xmlns:a16="http://schemas.microsoft.com/office/drawing/2014/main" id="{505833B7-D27F-CF32-D0CD-E03FAF611F9B}"/>
                </a:ext>
              </a:extLst>
            </p:cNvPr>
            <p:cNvSpPr txBox="1">
              <a:spLocks noChangeArrowheads="1"/>
            </p:cNvSpPr>
            <p:nvPr/>
          </p:nvSpPr>
          <p:spPr bwMode="auto">
            <a:xfrm>
              <a:off x="3216" y="2064"/>
              <a:ext cx="2448" cy="101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a:effectLst>
                    <a:outerShdw blurRad="38100" dist="38100" dir="2700000" algn="tl">
                      <a:srgbClr val="000000"/>
                    </a:outerShdw>
                  </a:effectLst>
                  <a:latin typeface="Comic Sans MS" panose="030F0902030302020204" pitchFamily="66" charset="0"/>
                </a:rPr>
                <a:t>E</a:t>
              </a:r>
              <a:r>
                <a:rPr lang="ja-JP" altLang="it-IT" sz="2000" b="1">
                  <a:effectLst>
                    <a:outerShdw blurRad="38100" dist="38100" dir="2700000" algn="tl">
                      <a:srgbClr val="000000"/>
                    </a:outerShdw>
                  </a:effectLst>
                  <a:latin typeface="Comic Sans MS" panose="030F0902030302020204" pitchFamily="66" charset="0"/>
                </a:rPr>
                <a:t>’</a:t>
              </a:r>
              <a:r>
                <a:rPr lang="it-IT" altLang="ja-JP" sz="2000" b="1">
                  <a:effectLst>
                    <a:outerShdw blurRad="38100" dist="38100" dir="2700000" algn="tl">
                      <a:srgbClr val="000000"/>
                    </a:outerShdw>
                  </a:effectLst>
                  <a:latin typeface="Comic Sans MS" panose="030F0902030302020204" pitchFamily="66" charset="0"/>
                </a:rPr>
                <a:t> il segno della variazione dell</a:t>
              </a:r>
              <a:r>
                <a:rPr lang="ja-JP" altLang="it-IT" sz="2000" b="1">
                  <a:effectLst>
                    <a:outerShdw blurRad="38100" dist="38100" dir="2700000" algn="tl">
                      <a:srgbClr val="000000"/>
                    </a:outerShdw>
                  </a:effectLst>
                  <a:latin typeface="Comic Sans MS" panose="030F0902030302020204" pitchFamily="66" charset="0"/>
                </a:rPr>
                <a:t>’</a:t>
              </a:r>
              <a:r>
                <a:rPr lang="it-IT" altLang="ja-JP" sz="2000" b="1">
                  <a:effectLst>
                    <a:outerShdw blurRad="38100" dist="38100" dir="2700000" algn="tl">
                      <a:srgbClr val="000000"/>
                    </a:outerShdw>
                  </a:effectLst>
                  <a:latin typeface="Comic Sans MS" panose="030F0902030302020204" pitchFamily="66" charset="0"/>
                </a:rPr>
                <a:t>energia libera che ci indica se il processo è in grado di compiere lavoro. Per definizione :</a:t>
              </a:r>
              <a:endParaRPr lang="it-IT" altLang="it-IT" sz="2000" b="1">
                <a:effectLst>
                  <a:outerShdw blurRad="38100" dist="38100" dir="2700000" algn="tl">
                    <a:srgbClr val="000000"/>
                  </a:outerShdw>
                </a:effectLst>
                <a:latin typeface="Comic Sans MS" panose="030F0902030302020204" pitchFamily="66" charset="0"/>
              </a:endParaRPr>
            </a:p>
          </p:txBody>
        </p:sp>
        <p:sp>
          <p:nvSpPr>
            <p:cNvPr id="32775" name="Rectangle 7">
              <a:extLst>
                <a:ext uri="{FF2B5EF4-FFF2-40B4-BE49-F238E27FC236}">
                  <a16:creationId xmlns:a16="http://schemas.microsoft.com/office/drawing/2014/main" id="{C327CBB7-08F7-AF0F-6080-94227EC1FED7}"/>
                </a:ext>
              </a:extLst>
            </p:cNvPr>
            <p:cNvSpPr>
              <a:spLocks noChangeArrowheads="1"/>
            </p:cNvSpPr>
            <p:nvPr/>
          </p:nvSpPr>
          <p:spPr bwMode="auto">
            <a:xfrm>
              <a:off x="1109" y="3216"/>
              <a:ext cx="3643" cy="288"/>
            </a:xfrm>
            <a:prstGeom prst="rect">
              <a:avLst/>
            </a:prstGeom>
            <a:solidFill>
              <a:srgbClr val="CCFF33"/>
            </a:solidFill>
            <a:ln w="9525">
              <a:noFill/>
              <a:miter lim="800000"/>
              <a:headEnd/>
              <a:tailEnd/>
            </a:ln>
            <a:effec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b="1">
                  <a:solidFill>
                    <a:schemeClr val="accent2"/>
                  </a:solidFill>
                  <a:effectLst>
                    <a:outerShdw blurRad="38100" dist="38100" dir="2700000" algn="tl">
                      <a:srgbClr val="000000"/>
                    </a:outerShdw>
                  </a:effectLst>
                  <a:latin typeface="Comic Sans MS" panose="030F0902030302020204" pitchFamily="66" charset="0"/>
                </a:rPr>
                <a:t>ΔG = G stato finale – G stato iniziale</a:t>
              </a:r>
            </a:p>
          </p:txBody>
        </p:sp>
        <p:pic>
          <p:nvPicPr>
            <p:cNvPr id="27655" name="Picture 8" descr="Cinetica enzimi 1">
              <a:extLst>
                <a:ext uri="{FF2B5EF4-FFF2-40B4-BE49-F238E27FC236}">
                  <a16:creationId xmlns:a16="http://schemas.microsoft.com/office/drawing/2014/main" id="{B055E0A3-C164-7D75-731C-ED0A3720A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 y="1200"/>
              <a:ext cx="2888" cy="1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7" name="Text Box 9">
              <a:extLst>
                <a:ext uri="{FF2B5EF4-FFF2-40B4-BE49-F238E27FC236}">
                  <a16:creationId xmlns:a16="http://schemas.microsoft.com/office/drawing/2014/main" id="{404CA539-44AD-4FD4-FFAA-B1C19B27880A}"/>
                </a:ext>
              </a:extLst>
            </p:cNvPr>
            <p:cNvSpPr txBox="1">
              <a:spLocks noChangeArrowheads="1"/>
            </p:cNvSpPr>
            <p:nvPr/>
          </p:nvSpPr>
          <p:spPr bwMode="auto">
            <a:xfrm>
              <a:off x="3360" y="1651"/>
              <a:ext cx="1968" cy="365"/>
            </a:xfrm>
            <a:prstGeom prst="rect">
              <a:avLst/>
            </a:prstGeom>
            <a:noFill/>
            <a:ln w="9525">
              <a:noFill/>
              <a:miter lim="800000"/>
              <a:headEnd/>
              <a:tailEnd/>
            </a:ln>
            <a:effectLst/>
          </p:spPr>
          <p:txBody>
            <a:bodyPr>
              <a:spAutoFit/>
            </a:bodyPr>
            <a:lstStyle/>
            <a:p>
              <a:pPr eaLnBrk="1" hangingPunct="1">
                <a:spcBef>
                  <a:spcPct val="50000"/>
                </a:spcBef>
                <a:defRPr/>
              </a:pPr>
              <a:r>
                <a:rPr lang="it-IT" sz="3200" b="1">
                  <a:solidFill>
                    <a:srgbClr val="FFFF00"/>
                  </a:solidFill>
                  <a:effectLst>
                    <a:outerShdw blurRad="38100" dist="38100" dir="2700000" algn="tl">
                      <a:srgbClr val="000000"/>
                    </a:outerShdw>
                  </a:effectLst>
                  <a:latin typeface="Comic Sans MS" pitchFamily="66" charset="0"/>
                  <a:ea typeface="+mn-ea"/>
                </a:rPr>
                <a:t>G</a:t>
              </a:r>
              <a:r>
                <a:rPr lang="it-IT" sz="3200" b="1" baseline="30000">
                  <a:solidFill>
                    <a:srgbClr val="FFFF00"/>
                  </a:solidFill>
                  <a:effectLst>
                    <a:outerShdw blurRad="38100" dist="38100" dir="2700000" algn="tl">
                      <a:srgbClr val="000000"/>
                    </a:outerShdw>
                  </a:effectLst>
                  <a:latin typeface="Comic Sans MS" pitchFamily="66" charset="0"/>
                  <a:ea typeface="+mn-ea"/>
                </a:rPr>
                <a:t>01</a:t>
              </a:r>
              <a:r>
                <a:rPr lang="it-IT" sz="3200" b="1">
                  <a:solidFill>
                    <a:srgbClr val="FFFF00"/>
                  </a:solidFill>
                  <a:effectLst>
                    <a:outerShdw blurRad="38100" dist="38100" dir="2700000" algn="tl">
                      <a:srgbClr val="000000"/>
                    </a:outerShdw>
                  </a:effectLst>
                  <a:latin typeface="Comic Sans MS" pitchFamily="66" charset="0"/>
                  <a:ea typeface="+mn-ea"/>
                </a:rPr>
                <a:t>S &gt; G</a:t>
              </a:r>
              <a:r>
                <a:rPr lang="it-IT" sz="3200" b="1" baseline="30000">
                  <a:solidFill>
                    <a:srgbClr val="FFFF00"/>
                  </a:solidFill>
                  <a:effectLst>
                    <a:outerShdw blurRad="38100" dist="38100" dir="2700000" algn="tl">
                      <a:srgbClr val="000000"/>
                    </a:outerShdw>
                  </a:effectLst>
                  <a:latin typeface="Comic Sans MS" pitchFamily="66" charset="0"/>
                  <a:ea typeface="+mn-ea"/>
                </a:rPr>
                <a:t>01</a:t>
              </a:r>
              <a:r>
                <a:rPr lang="it-IT" sz="3200" b="1">
                  <a:solidFill>
                    <a:srgbClr val="FFFF00"/>
                  </a:solidFill>
                  <a:effectLst>
                    <a:outerShdw blurRad="38100" dist="38100" dir="2700000" algn="tl">
                      <a:srgbClr val="000000"/>
                    </a:outerShdw>
                  </a:effectLst>
                  <a:latin typeface="Comic Sans MS" pitchFamily="66" charset="0"/>
                  <a:ea typeface="+mn-ea"/>
                </a:rPr>
                <a:t>P</a:t>
              </a:r>
              <a:endParaRPr lang="it-IT" sz="3200" b="1" baseline="30000">
                <a:solidFill>
                  <a:srgbClr val="FFFF00"/>
                </a:solidFill>
                <a:effectLst>
                  <a:outerShdw blurRad="38100" dist="38100" dir="2700000" algn="tl">
                    <a:srgbClr val="000000"/>
                  </a:outerShdw>
                </a:effectLst>
                <a:latin typeface="Comic Sans MS" pitchFamily="66" charset="0"/>
                <a:ea typeface="+mn-ea"/>
              </a:endParaRPr>
            </a:p>
          </p:txBody>
        </p:sp>
        <p:grpSp>
          <p:nvGrpSpPr>
            <p:cNvPr id="27657" name="Group 10">
              <a:extLst>
                <a:ext uri="{FF2B5EF4-FFF2-40B4-BE49-F238E27FC236}">
                  <a16:creationId xmlns:a16="http://schemas.microsoft.com/office/drawing/2014/main" id="{F18809EC-715C-4A1F-2EC2-F424CB1AEF15}"/>
                </a:ext>
              </a:extLst>
            </p:cNvPr>
            <p:cNvGrpSpPr>
              <a:grpSpLocks/>
            </p:cNvGrpSpPr>
            <p:nvPr/>
          </p:nvGrpSpPr>
          <p:grpSpPr bwMode="auto">
            <a:xfrm>
              <a:off x="3648" y="1267"/>
              <a:ext cx="1200" cy="365"/>
              <a:chOff x="3840" y="1584"/>
              <a:chExt cx="1200" cy="365"/>
            </a:xfrm>
          </p:grpSpPr>
          <p:sp>
            <p:nvSpPr>
              <p:cNvPr id="32779" name="Text Box 11">
                <a:extLst>
                  <a:ext uri="{FF2B5EF4-FFF2-40B4-BE49-F238E27FC236}">
                    <a16:creationId xmlns:a16="http://schemas.microsoft.com/office/drawing/2014/main" id="{FE89EF18-91A2-D558-0496-93619D0E9A0D}"/>
                  </a:ext>
                </a:extLst>
              </p:cNvPr>
              <p:cNvSpPr txBox="1">
                <a:spLocks noChangeArrowheads="1"/>
              </p:cNvSpPr>
              <p:nvPr/>
            </p:nvSpPr>
            <p:spPr bwMode="auto">
              <a:xfrm>
                <a:off x="3840" y="1584"/>
                <a:ext cx="288" cy="365"/>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3200" b="1">
                    <a:solidFill>
                      <a:srgbClr val="FFFF00"/>
                    </a:solidFill>
                    <a:effectLst>
                      <a:outerShdw blurRad="38100" dist="38100" dir="2700000" algn="tl">
                        <a:srgbClr val="000000"/>
                      </a:outerShdw>
                    </a:effectLst>
                    <a:latin typeface="Comic Sans MS" panose="030F0902030302020204" pitchFamily="66" charset="0"/>
                  </a:rPr>
                  <a:t>S</a:t>
                </a:r>
              </a:p>
            </p:txBody>
          </p:sp>
          <p:sp>
            <p:nvSpPr>
              <p:cNvPr id="27659" name="AutoShape 12">
                <a:extLst>
                  <a:ext uri="{FF2B5EF4-FFF2-40B4-BE49-F238E27FC236}">
                    <a16:creationId xmlns:a16="http://schemas.microsoft.com/office/drawing/2014/main" id="{FB45AEF5-9591-B2F2-6D91-971D60F459BD}"/>
                  </a:ext>
                </a:extLst>
              </p:cNvPr>
              <p:cNvSpPr>
                <a:spLocks noChangeArrowheads="1"/>
              </p:cNvSpPr>
              <p:nvPr/>
            </p:nvSpPr>
            <p:spPr bwMode="auto">
              <a:xfrm>
                <a:off x="4176" y="1680"/>
                <a:ext cx="384" cy="96"/>
              </a:xfrm>
              <a:prstGeom prst="rightArrow">
                <a:avLst>
                  <a:gd name="adj1" fmla="val 50000"/>
                  <a:gd name="adj2" fmla="val 100000"/>
                </a:avLst>
              </a:prstGeom>
              <a:solidFill>
                <a:srgbClr val="FFFF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27660" name="AutoShape 13">
                <a:extLst>
                  <a:ext uri="{FF2B5EF4-FFF2-40B4-BE49-F238E27FC236}">
                    <a16:creationId xmlns:a16="http://schemas.microsoft.com/office/drawing/2014/main" id="{1AC06865-C1AA-A006-D146-ACF8118EB3D4}"/>
                  </a:ext>
                </a:extLst>
              </p:cNvPr>
              <p:cNvSpPr>
                <a:spLocks noChangeArrowheads="1"/>
              </p:cNvSpPr>
              <p:nvPr/>
            </p:nvSpPr>
            <p:spPr bwMode="auto">
              <a:xfrm>
                <a:off x="4128" y="1776"/>
                <a:ext cx="384" cy="96"/>
              </a:xfrm>
              <a:prstGeom prst="leftArrow">
                <a:avLst>
                  <a:gd name="adj1" fmla="val 50000"/>
                  <a:gd name="adj2" fmla="val 100000"/>
                </a:avLst>
              </a:prstGeom>
              <a:solidFill>
                <a:srgbClr val="FFFF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32782" name="Text Box 14">
                <a:extLst>
                  <a:ext uri="{FF2B5EF4-FFF2-40B4-BE49-F238E27FC236}">
                    <a16:creationId xmlns:a16="http://schemas.microsoft.com/office/drawing/2014/main" id="{3DD7403F-B6CE-E704-6AC1-2538F9BCC2EC}"/>
                  </a:ext>
                </a:extLst>
              </p:cNvPr>
              <p:cNvSpPr txBox="1">
                <a:spLocks noChangeArrowheads="1"/>
              </p:cNvSpPr>
              <p:nvPr/>
            </p:nvSpPr>
            <p:spPr bwMode="auto">
              <a:xfrm>
                <a:off x="4608" y="1584"/>
                <a:ext cx="432" cy="365"/>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3200" b="1">
                    <a:solidFill>
                      <a:srgbClr val="FFFF00"/>
                    </a:solidFill>
                    <a:effectLst>
                      <a:outerShdw blurRad="38100" dist="38100" dir="2700000" algn="tl">
                        <a:srgbClr val="000000"/>
                      </a:outerShdw>
                    </a:effectLst>
                    <a:latin typeface="Comic Sans MS" panose="030F0902030302020204" pitchFamily="66" charset="0"/>
                  </a:rPr>
                  <a:t>P</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2770"/>
                                        </p:tgtEl>
                                        <p:attrNameLst>
                                          <p:attrName>style.visibility</p:attrName>
                                        </p:attrNameLst>
                                      </p:cBhvr>
                                      <p:to>
                                        <p:strVal val="visible"/>
                                      </p:to>
                                    </p:set>
                                    <p:animEffect transition="in" filter="box(out)">
                                      <p:cBhvr>
                                        <p:cTn id="12" dur="500"/>
                                        <p:tgtEl>
                                          <p:spTgt spid="32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a:extLst>
              <a:ext uri="{FF2B5EF4-FFF2-40B4-BE49-F238E27FC236}">
                <a16:creationId xmlns:a16="http://schemas.microsoft.com/office/drawing/2014/main" id="{D884C8BF-7107-15F0-D0E7-BB9E51D39D5B}"/>
              </a:ext>
            </a:extLst>
          </p:cNvPr>
          <p:cNvSpPr txBox="1">
            <a:spLocks noChangeArrowheads="1"/>
          </p:cNvSpPr>
          <p:nvPr/>
        </p:nvSpPr>
        <p:spPr bwMode="auto">
          <a:xfrm flipH="1" flipV="1">
            <a:off x="-150813" y="-95250"/>
            <a:ext cx="184151" cy="396875"/>
          </a:xfrm>
          <a:prstGeom prst="rect">
            <a:avLst/>
          </a:prstGeom>
          <a:noFill/>
          <a:ln w="9525">
            <a:noFill/>
            <a:miter lim="800000"/>
            <a:headEnd/>
            <a:tailEnd/>
          </a:ln>
          <a:effectLst/>
        </p:spPr>
        <p:txBody>
          <a:bodyPr rot="10800000">
            <a:spAutoFit/>
          </a:bodyPr>
          <a:lstStyle/>
          <a:p>
            <a:pPr algn="just" eaLnBrk="1" hangingPunct="1">
              <a:spcBef>
                <a:spcPct val="50000"/>
              </a:spcBef>
              <a:defRPr/>
            </a:pPr>
            <a:endParaRPr lang="en-US" sz="2000" b="1">
              <a:solidFill>
                <a:schemeClr val="accent2"/>
              </a:solidFill>
              <a:effectLst>
                <a:outerShdw blurRad="38100" dist="38100" dir="2700000" algn="tl">
                  <a:srgbClr val="000000"/>
                </a:outerShdw>
              </a:effectLst>
              <a:latin typeface="Comic Sans MS" pitchFamily="66" charset="0"/>
              <a:ea typeface="+mn-ea"/>
            </a:endParaRPr>
          </a:p>
        </p:txBody>
      </p:sp>
      <p:grpSp>
        <p:nvGrpSpPr>
          <p:cNvPr id="2" name="Group 3">
            <a:extLst>
              <a:ext uri="{FF2B5EF4-FFF2-40B4-BE49-F238E27FC236}">
                <a16:creationId xmlns:a16="http://schemas.microsoft.com/office/drawing/2014/main" id="{D6E8E50C-03DF-1AD6-9A06-F5C390B41D20}"/>
              </a:ext>
            </a:extLst>
          </p:cNvPr>
          <p:cNvGrpSpPr>
            <a:grpSpLocks/>
          </p:cNvGrpSpPr>
          <p:nvPr/>
        </p:nvGrpSpPr>
        <p:grpSpPr bwMode="auto">
          <a:xfrm>
            <a:off x="0" y="549275"/>
            <a:ext cx="9144000" cy="5010150"/>
            <a:chOff x="0" y="864"/>
            <a:chExt cx="5760" cy="2640"/>
          </a:xfrm>
        </p:grpSpPr>
        <p:grpSp>
          <p:nvGrpSpPr>
            <p:cNvPr id="29700" name="Group 4">
              <a:extLst>
                <a:ext uri="{FF2B5EF4-FFF2-40B4-BE49-F238E27FC236}">
                  <a16:creationId xmlns:a16="http://schemas.microsoft.com/office/drawing/2014/main" id="{82B896A9-F0D1-D5B0-35D4-4B68AB643BE5}"/>
                </a:ext>
              </a:extLst>
            </p:cNvPr>
            <p:cNvGrpSpPr>
              <a:grpSpLocks/>
            </p:cNvGrpSpPr>
            <p:nvPr/>
          </p:nvGrpSpPr>
          <p:grpSpPr bwMode="auto">
            <a:xfrm>
              <a:off x="0" y="864"/>
              <a:ext cx="5760" cy="1601"/>
              <a:chOff x="0" y="864"/>
              <a:chExt cx="5760" cy="1601"/>
            </a:xfrm>
          </p:grpSpPr>
          <p:sp>
            <p:nvSpPr>
              <p:cNvPr id="33797" name="Text Box 5">
                <a:extLst>
                  <a:ext uri="{FF2B5EF4-FFF2-40B4-BE49-F238E27FC236}">
                    <a16:creationId xmlns:a16="http://schemas.microsoft.com/office/drawing/2014/main" id="{9F198596-7737-EE71-CA0F-C1AFD49C5EE5}"/>
                  </a:ext>
                </a:extLst>
              </p:cNvPr>
              <p:cNvSpPr txBox="1">
                <a:spLocks noChangeArrowheads="1"/>
              </p:cNvSpPr>
              <p:nvPr/>
            </p:nvSpPr>
            <p:spPr bwMode="auto">
              <a:xfrm>
                <a:off x="0" y="864"/>
                <a:ext cx="5616" cy="932"/>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a:effectLst>
                      <a:outerShdw blurRad="38100" dist="38100" dir="2700000" algn="tl">
                        <a:srgbClr val="000000"/>
                      </a:outerShdw>
                    </a:effectLst>
                    <a:latin typeface="Comic Sans MS" panose="030F0902030302020204" pitchFamily="66" charset="0"/>
                  </a:rPr>
                  <a:t>Per poter confrontare i mutamenti energetici che accompagnano le reazioni è necessario standardizzare le condizioni di reazione. Le condizioni standard prevedono;</a:t>
                </a:r>
              </a:p>
              <a:p>
                <a:pPr eaLnBrk="1" hangingPunct="1">
                  <a:spcBef>
                    <a:spcPct val="50000"/>
                  </a:spcBef>
                  <a:defRPr/>
                </a:pPr>
                <a:r>
                  <a:rPr lang="it-IT" altLang="it-IT" sz="2000" b="1">
                    <a:effectLst>
                      <a:outerShdw blurRad="38100" dist="38100" dir="2700000" algn="tl">
                        <a:srgbClr val="000000"/>
                      </a:outerShdw>
                    </a:effectLst>
                    <a:latin typeface="Comic Sans MS" panose="030F0902030302020204" pitchFamily="66" charset="0"/>
                  </a:rPr>
                  <a:t>T 25°; pressione, 1 atmosfera; pH=0; Concentrazione dei componenti all</a:t>
                </a:r>
                <a:r>
                  <a:rPr lang="ja-JP" altLang="it-IT" sz="2000" b="1">
                    <a:effectLst>
                      <a:outerShdw blurRad="38100" dist="38100" dir="2700000" algn="tl">
                        <a:srgbClr val="000000"/>
                      </a:outerShdw>
                    </a:effectLst>
                    <a:latin typeface="Comic Sans MS" panose="030F0902030302020204" pitchFamily="66" charset="0"/>
                  </a:rPr>
                  <a:t>’</a:t>
                </a:r>
                <a:r>
                  <a:rPr lang="it-IT" altLang="ja-JP" sz="2000" b="1">
                    <a:effectLst>
                      <a:outerShdw blurRad="38100" dist="38100" dir="2700000" algn="tl">
                        <a:srgbClr val="000000"/>
                      </a:outerShdw>
                    </a:effectLst>
                    <a:latin typeface="Comic Sans MS" panose="030F0902030302020204" pitchFamily="66" charset="0"/>
                  </a:rPr>
                  <a:t>inizio della reazione=1 M</a:t>
                </a:r>
                <a:endParaRPr lang="it-IT" altLang="it-IT" sz="2000" b="1">
                  <a:effectLst>
                    <a:outerShdw blurRad="38100" dist="38100" dir="2700000" algn="tl">
                      <a:srgbClr val="000000"/>
                    </a:outerShdw>
                  </a:effectLst>
                  <a:latin typeface="Comic Sans MS" panose="030F0902030302020204" pitchFamily="66" charset="0"/>
                </a:endParaRPr>
              </a:p>
            </p:txBody>
          </p:sp>
          <p:sp>
            <p:nvSpPr>
              <p:cNvPr id="33798" name="Text Box 6">
                <a:extLst>
                  <a:ext uri="{FF2B5EF4-FFF2-40B4-BE49-F238E27FC236}">
                    <a16:creationId xmlns:a16="http://schemas.microsoft.com/office/drawing/2014/main" id="{2DF0BA7C-7450-C1B6-BD1C-07E745BC24FA}"/>
                  </a:ext>
                </a:extLst>
              </p:cNvPr>
              <p:cNvSpPr txBox="1">
                <a:spLocks noChangeArrowheads="1"/>
              </p:cNvSpPr>
              <p:nvPr/>
            </p:nvSpPr>
            <p:spPr bwMode="auto">
              <a:xfrm>
                <a:off x="0" y="2064"/>
                <a:ext cx="5760" cy="401"/>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a:effectLst>
                      <a:outerShdw blurRad="38100" dist="38100" dir="2700000" algn="tl">
                        <a:srgbClr val="000000"/>
                      </a:outerShdw>
                    </a:effectLst>
                    <a:latin typeface="Comic Sans MS" panose="030F0902030302020204" pitchFamily="66" charset="0"/>
                  </a:rPr>
                  <a:t>La variazione di energia libera calcolata in queste condizioni standard viene indicata con</a:t>
                </a:r>
                <a:r>
                  <a:rPr lang="it-IT" altLang="it-IT" sz="2000" b="1">
                    <a:solidFill>
                      <a:schemeClr val="accent2"/>
                    </a:solidFill>
                    <a:effectLst>
                      <a:outerShdw blurRad="38100" dist="38100" dir="2700000" algn="tl">
                        <a:srgbClr val="000000"/>
                      </a:outerShdw>
                    </a:effectLst>
                    <a:latin typeface="Comic Sans MS" panose="030F0902030302020204" pitchFamily="66" charset="0"/>
                  </a:rPr>
                  <a:t> </a:t>
                </a:r>
                <a:r>
                  <a:rPr lang="it-IT" altLang="it-IT" b="1">
                    <a:solidFill>
                      <a:schemeClr val="accent2"/>
                    </a:solidFill>
                    <a:effectLst>
                      <a:outerShdw blurRad="38100" dist="38100" dir="2700000" algn="tl">
                        <a:srgbClr val="000000"/>
                      </a:outerShdw>
                    </a:effectLst>
                    <a:latin typeface="Comic Sans MS" panose="030F0902030302020204" pitchFamily="66" charset="0"/>
                  </a:rPr>
                  <a:t>ΔG°</a:t>
                </a:r>
              </a:p>
            </p:txBody>
          </p:sp>
        </p:grpSp>
        <p:sp>
          <p:nvSpPr>
            <p:cNvPr id="33799" name="Rectangle 7">
              <a:extLst>
                <a:ext uri="{FF2B5EF4-FFF2-40B4-BE49-F238E27FC236}">
                  <a16:creationId xmlns:a16="http://schemas.microsoft.com/office/drawing/2014/main" id="{7567D65E-E2AD-A228-A280-B189B5075F1E}"/>
                </a:ext>
              </a:extLst>
            </p:cNvPr>
            <p:cNvSpPr>
              <a:spLocks noChangeArrowheads="1"/>
            </p:cNvSpPr>
            <p:nvPr/>
          </p:nvSpPr>
          <p:spPr bwMode="auto">
            <a:xfrm>
              <a:off x="144" y="2640"/>
              <a:ext cx="1920" cy="864"/>
            </a:xfrm>
            <a:prstGeom prst="rect">
              <a:avLst/>
            </a:prstGeom>
            <a:solidFill>
              <a:srgbClr val="CCFF33"/>
            </a:solidFill>
            <a:ln w="9525">
              <a:solidFill>
                <a:schemeClr val="tx1"/>
              </a:solidFill>
              <a:miter lim="800000"/>
              <a:headEnd/>
              <a:tailEnd/>
            </a:ln>
            <a:effec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it-IT" altLang="it-IT" sz="3200" b="1">
                  <a:solidFill>
                    <a:schemeClr val="accent2"/>
                  </a:solidFill>
                  <a:effectLst>
                    <a:outerShdw blurRad="38100" dist="38100" dir="2700000" algn="tl">
                      <a:srgbClr val="000000"/>
                    </a:outerShdw>
                  </a:effectLst>
                  <a:latin typeface="Comic Sans MS" panose="030F0902030302020204" pitchFamily="66" charset="0"/>
                </a:rPr>
                <a:t>ΔG°=-RTlnK</a:t>
              </a:r>
            </a:p>
          </p:txBody>
        </p:sp>
        <p:sp>
          <p:nvSpPr>
            <p:cNvPr id="33800" name="Text Box 8">
              <a:extLst>
                <a:ext uri="{FF2B5EF4-FFF2-40B4-BE49-F238E27FC236}">
                  <a16:creationId xmlns:a16="http://schemas.microsoft.com/office/drawing/2014/main" id="{69DF8D70-4412-C776-9D97-CCC6CBEA47BF}"/>
                </a:ext>
              </a:extLst>
            </p:cNvPr>
            <p:cNvSpPr txBox="1">
              <a:spLocks noChangeArrowheads="1"/>
            </p:cNvSpPr>
            <p:nvPr/>
          </p:nvSpPr>
          <p:spPr bwMode="auto">
            <a:xfrm>
              <a:off x="2112" y="2534"/>
              <a:ext cx="3648" cy="81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R=costante dei gas</a:t>
              </a:r>
            </a:p>
            <a:p>
              <a:pP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T=temperatura assoluta</a:t>
              </a:r>
            </a:p>
            <a:p>
              <a:pP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K=costante di equilibrio</a:t>
              </a:r>
            </a:p>
          </p:txBody>
        </p:sp>
      </p:grpSp>
      <p:sp>
        <p:nvSpPr>
          <p:cNvPr id="33801" name="Text Box 9">
            <a:extLst>
              <a:ext uri="{FF2B5EF4-FFF2-40B4-BE49-F238E27FC236}">
                <a16:creationId xmlns:a16="http://schemas.microsoft.com/office/drawing/2014/main" id="{2B147A62-4FAA-E0B0-4A49-1502828BE8F3}"/>
              </a:ext>
            </a:extLst>
          </p:cNvPr>
          <p:cNvSpPr txBox="1">
            <a:spLocks noChangeArrowheads="1"/>
          </p:cNvSpPr>
          <p:nvPr/>
        </p:nvSpPr>
        <p:spPr bwMode="auto">
          <a:xfrm>
            <a:off x="838200" y="5867400"/>
            <a:ext cx="7848600" cy="519113"/>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800" b="1">
                <a:solidFill>
                  <a:srgbClr val="CCFF33"/>
                </a:solidFill>
                <a:effectLst>
                  <a:outerShdw blurRad="38100" dist="38100" dir="2700000" algn="tl">
                    <a:srgbClr val="000000"/>
                  </a:outerShdw>
                </a:effectLst>
                <a:latin typeface="Comic Sans MS" panose="030F0902030302020204" pitchFamily="66" charset="0"/>
              </a:rPr>
              <a:t>Il ΔG°è quindi calcolabile conoscendo la 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box(out)">
                                      <p:cBhvr>
                                        <p:cTn id="7" dur="500"/>
                                        <p:tgtEl>
                                          <p:spTgt spid="33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3801"/>
                                        </p:tgtEl>
                                        <p:attrNameLst>
                                          <p:attrName>style.visibility</p:attrName>
                                        </p:attrNameLst>
                                      </p:cBhvr>
                                      <p:to>
                                        <p:strVal val="visible"/>
                                      </p:to>
                                    </p:set>
                                    <p:animEffect transition="in" filter="box(out)">
                                      <p:cBhvr>
                                        <p:cTn id="17" dur="500"/>
                                        <p:tgtEl>
                                          <p:spTgt spid="33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autoUpdateAnimBg="0"/>
      <p:bldP spid="3380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5" name="Picture 1">
            <a:extLst>
              <a:ext uri="{FF2B5EF4-FFF2-40B4-BE49-F238E27FC236}">
                <a16:creationId xmlns:a16="http://schemas.microsoft.com/office/drawing/2014/main" id="{C8D03B44-7A43-3220-D24E-7BFEA25A1D5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90500"/>
            <a:ext cx="9144000" cy="645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B1B58560-5B24-72E4-C667-324BB00EC3E1}"/>
              </a:ext>
            </a:extLst>
          </p:cNvPr>
          <p:cNvSpPr>
            <a:spLocks noGrp="1" noChangeArrowheads="1"/>
          </p:cNvSpPr>
          <p:nvPr>
            <p:ph type="title"/>
          </p:nvPr>
        </p:nvSpPr>
        <p:spPr>
          <a:xfrm>
            <a:off x="457200" y="274638"/>
            <a:ext cx="8435975" cy="1354137"/>
          </a:xfrm>
        </p:spPr>
        <p:txBody>
          <a:bodyPr/>
          <a:lstStyle/>
          <a:p>
            <a:pPr eaLnBrk="1" hangingPunct="1">
              <a:defRPr/>
            </a:pPr>
            <a:r>
              <a:rPr lang="it-IT" altLang="it-IT" sz="3600" b="1">
                <a:solidFill>
                  <a:schemeClr val="tx1"/>
                </a:solidFill>
                <a:effectLst>
                  <a:outerShdw blurRad="38100" dist="38100" dir="2700000" algn="tl">
                    <a:srgbClr val="000000"/>
                  </a:outerShdw>
                </a:effectLst>
                <a:ea typeface="ＭＳ Ｐゴシック" panose="020B0600070205080204" pitchFamily="34" charset="-128"/>
              </a:rPr>
              <a:t>Tuttavia le reazioni nelle cellule non avvengono a pH=0</a:t>
            </a:r>
            <a:br>
              <a:rPr lang="it-IT" altLang="it-IT" sz="3600" b="1">
                <a:solidFill>
                  <a:schemeClr val="tx1"/>
                </a:solidFill>
                <a:effectLst>
                  <a:outerShdw blurRad="38100" dist="38100" dir="2700000" algn="tl">
                    <a:srgbClr val="000000"/>
                  </a:outerShdw>
                </a:effectLst>
                <a:ea typeface="ＭＳ Ｐゴシック" panose="020B0600070205080204" pitchFamily="34" charset="-128"/>
              </a:rPr>
            </a:br>
            <a:endParaRPr lang="it-IT" altLang="it-IT" sz="3600" b="1">
              <a:solidFill>
                <a:schemeClr val="tx1"/>
              </a:solidFill>
              <a:effectLst>
                <a:outerShdw blurRad="38100" dist="38100" dir="2700000" algn="tl">
                  <a:srgbClr val="000000"/>
                </a:outerShdw>
              </a:effectLst>
              <a:ea typeface="ＭＳ Ｐゴシック" panose="020B0600070205080204" pitchFamily="34" charset="-128"/>
            </a:endParaRPr>
          </a:p>
        </p:txBody>
      </p:sp>
      <p:sp>
        <p:nvSpPr>
          <p:cNvPr id="154627" name="Rectangle 3">
            <a:extLst>
              <a:ext uri="{FF2B5EF4-FFF2-40B4-BE49-F238E27FC236}">
                <a16:creationId xmlns:a16="http://schemas.microsoft.com/office/drawing/2014/main" id="{6F61D5D3-44C7-1BDE-070A-B63E35D38DB0}"/>
              </a:ext>
            </a:extLst>
          </p:cNvPr>
          <p:cNvSpPr>
            <a:spLocks noGrp="1" noChangeArrowheads="1"/>
          </p:cNvSpPr>
          <p:nvPr>
            <p:ph type="body" idx="1"/>
          </p:nvPr>
        </p:nvSpPr>
        <p:spPr>
          <a:xfrm>
            <a:off x="457200" y="2349500"/>
            <a:ext cx="8229600" cy="3776663"/>
          </a:xfrm>
        </p:spPr>
        <p:txBody>
          <a:bodyPr/>
          <a:lstStyle/>
          <a:p>
            <a:pPr indent="20638" eaLnBrk="1" hangingPunct="1">
              <a:spcBef>
                <a:spcPct val="0"/>
              </a:spcBef>
              <a:buFontTx/>
              <a:buNone/>
              <a:defRPr/>
            </a:pPr>
            <a:r>
              <a:rPr lang="it-IT" altLang="it-IT" b="1" dirty="0">
                <a:effectLst>
                  <a:outerShdw blurRad="38100" dist="38100" dir="2700000" algn="tl">
                    <a:srgbClr val="000000"/>
                  </a:outerShdw>
                </a:effectLst>
                <a:ea typeface="ＭＳ Ｐゴシック" panose="020B0600070205080204" pitchFamily="34" charset="-128"/>
              </a:rPr>
              <a:t>Per convenzione si è stabilito di introdurre un secondo valore, il ΔG°</a:t>
            </a:r>
            <a:r>
              <a:rPr lang="it-IT" altLang="it-IT" b="1" baseline="-25000" dirty="0">
                <a:effectLst>
                  <a:outerShdw blurRad="38100" dist="38100" dir="2700000" algn="tl">
                    <a:srgbClr val="000000"/>
                  </a:outerShdw>
                </a:effectLst>
                <a:ea typeface="ＭＳ Ｐゴシック" panose="020B0600070205080204" pitchFamily="34" charset="-128"/>
              </a:rPr>
              <a:t>1</a:t>
            </a:r>
            <a:r>
              <a:rPr lang="it-IT" altLang="it-IT" b="1" dirty="0">
                <a:effectLst>
                  <a:outerShdw blurRad="38100" dist="38100" dir="2700000" algn="tl">
                    <a:srgbClr val="000000"/>
                  </a:outerShdw>
                </a:effectLst>
                <a:ea typeface="ＭＳ Ｐゴシック" panose="020B0600070205080204" pitchFamily="34" charset="-128"/>
              </a:rPr>
              <a:t> che esprime la variazione di energia libera in condizioni standard, ma a </a:t>
            </a:r>
            <a:r>
              <a:rPr lang="it-IT" altLang="it-IT" b="1" dirty="0" err="1">
                <a:effectLst>
                  <a:outerShdw blurRad="38100" dist="38100" dir="2700000" algn="tl">
                    <a:srgbClr val="000000"/>
                  </a:outerShdw>
                </a:effectLst>
                <a:ea typeface="ＭＳ Ｐゴシック" panose="020B0600070205080204" pitchFamily="34" charset="-128"/>
              </a:rPr>
              <a:t>pH</a:t>
            </a:r>
            <a:r>
              <a:rPr lang="it-IT" altLang="it-IT" b="1" dirty="0">
                <a:effectLst>
                  <a:outerShdw blurRad="38100" dist="38100" dir="2700000" algn="tl">
                    <a:srgbClr val="000000"/>
                  </a:outerShdw>
                </a:effectLst>
                <a:ea typeface="ＭＳ Ｐゴシック" panose="020B0600070205080204" pitchFamily="34" charset="-128"/>
              </a:rPr>
              <a:t> 7. In questo caso si parla di </a:t>
            </a:r>
            <a:r>
              <a:rPr lang="it-IT" altLang="it-IT" dirty="0">
                <a:ea typeface="ＭＳ Ｐゴシック" panose="020B0600070205080204" pitchFamily="34" charset="-128"/>
              </a:rPr>
              <a:t> </a:t>
            </a:r>
            <a:r>
              <a:rPr lang="it-IT" altLang="it-IT" b="1" dirty="0">
                <a:solidFill>
                  <a:schemeClr val="accent2"/>
                </a:solidFill>
                <a:effectLst>
                  <a:outerShdw blurRad="38100" dist="38100" dir="2700000" algn="tl">
                    <a:srgbClr val="000000"/>
                  </a:outerShdw>
                </a:effectLst>
                <a:ea typeface="ＭＳ Ｐゴシック" panose="020B0600070205080204" pitchFamily="34" charset="-128"/>
              </a:rPr>
              <a:t>ΔG°</a:t>
            </a:r>
            <a:r>
              <a:rPr lang="it-IT" altLang="it-IT" b="1" baseline="-25000" dirty="0">
                <a:solidFill>
                  <a:schemeClr val="accent2"/>
                </a:solidFill>
                <a:effectLst>
                  <a:outerShdw blurRad="38100" dist="38100" dir="2700000" algn="tl">
                    <a:srgbClr val="000000"/>
                  </a:outerShdw>
                </a:effectLst>
                <a:ea typeface="ＭＳ Ｐゴシック" panose="020B0600070205080204" pitchFamily="34" charset="-128"/>
              </a:rPr>
              <a:t>1</a:t>
            </a:r>
          </a:p>
          <a:p>
            <a:pPr indent="20638" eaLnBrk="1" hangingPunct="1">
              <a:defRPr/>
            </a:pPr>
            <a:endParaRPr lang="it-IT" altLang="it-IT" dirty="0">
              <a:ea typeface="ＭＳ Ｐゴシック" panose="020B0600070205080204" pitchFamily="34"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D020346-0B3F-B9E5-1761-8EF9CFF9AE2D}"/>
              </a:ext>
            </a:extLst>
          </p:cNvPr>
          <p:cNvGrpSpPr>
            <a:grpSpLocks/>
          </p:cNvGrpSpPr>
          <p:nvPr/>
        </p:nvGrpSpPr>
        <p:grpSpPr bwMode="auto">
          <a:xfrm>
            <a:off x="0" y="4868863"/>
            <a:ext cx="9144000" cy="1438275"/>
            <a:chOff x="0" y="3250"/>
            <a:chExt cx="5760" cy="906"/>
          </a:xfrm>
        </p:grpSpPr>
        <p:sp>
          <p:nvSpPr>
            <p:cNvPr id="34838" name="Text Box 3">
              <a:extLst>
                <a:ext uri="{FF2B5EF4-FFF2-40B4-BE49-F238E27FC236}">
                  <a16:creationId xmlns:a16="http://schemas.microsoft.com/office/drawing/2014/main" id="{E45343D5-1671-5B2E-BEBC-355DB161BDA7}"/>
                </a:ext>
              </a:extLst>
            </p:cNvPr>
            <p:cNvSpPr txBox="1">
              <a:spLocks noChangeArrowheads="1"/>
            </p:cNvSpPr>
            <p:nvPr/>
          </p:nvSpPr>
          <p:spPr bwMode="auto">
            <a:xfrm>
              <a:off x="0" y="3250"/>
              <a:ext cx="5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latin typeface="Comic Sans MS" panose="030F0902030302020204" pitchFamily="66" charset="0"/>
                </a:rPr>
                <a:t> </a:t>
              </a:r>
            </a:p>
          </p:txBody>
        </p:sp>
        <p:sp>
          <p:nvSpPr>
            <p:cNvPr id="35844" name="Text Box 4">
              <a:extLst>
                <a:ext uri="{FF2B5EF4-FFF2-40B4-BE49-F238E27FC236}">
                  <a16:creationId xmlns:a16="http://schemas.microsoft.com/office/drawing/2014/main" id="{F286F611-F4B0-B374-2414-9BD569A3241D}"/>
                </a:ext>
              </a:extLst>
            </p:cNvPr>
            <p:cNvSpPr txBox="1">
              <a:spLocks noChangeArrowheads="1"/>
            </p:cNvSpPr>
            <p:nvPr/>
          </p:nvSpPr>
          <p:spPr bwMode="auto">
            <a:xfrm>
              <a:off x="0" y="3868"/>
              <a:ext cx="5760" cy="28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In ogni caso il valore del </a:t>
              </a:r>
              <a:r>
                <a:rPr lang="el-GR" altLang="it-IT" b="1">
                  <a:effectLst>
                    <a:outerShdw blurRad="38100" dist="38100" dir="2700000" algn="tl">
                      <a:srgbClr val="000000"/>
                    </a:outerShdw>
                  </a:effectLst>
                  <a:latin typeface="Comic Sans MS" panose="030F0902030302020204" pitchFamily="66" charset="0"/>
                </a:rPr>
                <a:t>Δ</a:t>
              </a:r>
              <a:r>
                <a:rPr lang="it-IT" altLang="it-IT" b="1">
                  <a:effectLst>
                    <a:outerShdw blurRad="38100" dist="38100" dir="2700000" algn="tl">
                      <a:srgbClr val="000000"/>
                    </a:outerShdw>
                  </a:effectLst>
                  <a:latin typeface="Comic Sans MS" panose="030F0902030302020204" pitchFamily="66" charset="0"/>
                </a:rPr>
                <a:t>G dipende da [B] e da [A]</a:t>
              </a:r>
            </a:p>
          </p:txBody>
        </p:sp>
      </p:grpSp>
      <p:grpSp>
        <p:nvGrpSpPr>
          <p:cNvPr id="3" name="Group 5">
            <a:extLst>
              <a:ext uri="{FF2B5EF4-FFF2-40B4-BE49-F238E27FC236}">
                <a16:creationId xmlns:a16="http://schemas.microsoft.com/office/drawing/2014/main" id="{33C56D5C-7306-F2A2-D974-D85A74F7E830}"/>
              </a:ext>
            </a:extLst>
          </p:cNvPr>
          <p:cNvGrpSpPr>
            <a:grpSpLocks/>
          </p:cNvGrpSpPr>
          <p:nvPr/>
        </p:nvGrpSpPr>
        <p:grpSpPr bwMode="auto">
          <a:xfrm>
            <a:off x="0" y="188913"/>
            <a:ext cx="9178925" cy="3336925"/>
            <a:chOff x="0" y="119"/>
            <a:chExt cx="5782" cy="2102"/>
          </a:xfrm>
        </p:grpSpPr>
        <p:sp>
          <p:nvSpPr>
            <p:cNvPr id="34827" name="Line 6">
              <a:extLst>
                <a:ext uri="{FF2B5EF4-FFF2-40B4-BE49-F238E27FC236}">
                  <a16:creationId xmlns:a16="http://schemas.microsoft.com/office/drawing/2014/main" id="{0A426CBE-1D22-E319-D2CB-8AAE4230439A}"/>
                </a:ext>
              </a:extLst>
            </p:cNvPr>
            <p:cNvSpPr>
              <a:spLocks noChangeShapeType="1"/>
            </p:cNvSpPr>
            <p:nvPr/>
          </p:nvSpPr>
          <p:spPr bwMode="auto">
            <a:xfrm>
              <a:off x="1837" y="1933"/>
              <a:ext cx="288"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6" name="Text Box 7">
              <a:extLst>
                <a:ext uri="{FF2B5EF4-FFF2-40B4-BE49-F238E27FC236}">
                  <a16:creationId xmlns:a16="http://schemas.microsoft.com/office/drawing/2014/main" id="{775C1075-D742-F657-9620-8F548888D6B2}"/>
                </a:ext>
              </a:extLst>
            </p:cNvPr>
            <p:cNvSpPr txBox="1">
              <a:spLocks noChangeArrowheads="1"/>
            </p:cNvSpPr>
            <p:nvPr/>
          </p:nvSpPr>
          <p:spPr bwMode="auto">
            <a:xfrm>
              <a:off x="0" y="119"/>
              <a:ext cx="5472" cy="756"/>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L</a:t>
              </a:r>
              <a:r>
                <a:rPr lang="ja-JP" altLang="it-IT" b="1">
                  <a:effectLst>
                    <a:outerShdw blurRad="38100" dist="38100" dir="2700000" algn="tl">
                      <a:srgbClr val="000000"/>
                    </a:outerShdw>
                  </a:effectLst>
                  <a:latin typeface="Comic Sans MS" panose="030F0902030302020204" pitchFamily="66" charset="0"/>
                </a:rPr>
                <a:t>’</a:t>
              </a:r>
              <a:r>
                <a:rPr lang="it-IT" altLang="ja-JP" b="1">
                  <a:effectLst>
                    <a:outerShdw blurRad="38100" dist="38100" dir="2700000" algn="tl">
                      <a:srgbClr val="000000"/>
                    </a:outerShdw>
                  </a:effectLst>
                  <a:latin typeface="Comic Sans MS" panose="030F0902030302020204" pitchFamily="66" charset="0"/>
                </a:rPr>
                <a:t>altro parametro da considerare è rappresentato dalle concentrazioni dei componenti la reazione, che nella cellula non sono mai 1M; </a:t>
              </a:r>
              <a:endParaRPr lang="it-IT" altLang="it-IT" b="1">
                <a:effectLst>
                  <a:outerShdw blurRad="38100" dist="38100" dir="2700000" algn="tl">
                    <a:srgbClr val="000000"/>
                  </a:outerShdw>
                </a:effectLst>
                <a:latin typeface="Comic Sans MS" panose="030F0902030302020204" pitchFamily="66" charset="0"/>
              </a:endParaRPr>
            </a:p>
          </p:txBody>
        </p:sp>
        <p:sp>
          <p:nvSpPr>
            <p:cNvPr id="35848" name="Rectangle 8">
              <a:extLst>
                <a:ext uri="{FF2B5EF4-FFF2-40B4-BE49-F238E27FC236}">
                  <a16:creationId xmlns:a16="http://schemas.microsoft.com/office/drawing/2014/main" id="{CDB956AA-549F-87C2-1704-CAE475D4642A}"/>
                </a:ext>
              </a:extLst>
            </p:cNvPr>
            <p:cNvSpPr>
              <a:spLocks noChangeArrowheads="1"/>
            </p:cNvSpPr>
            <p:nvPr/>
          </p:nvSpPr>
          <p:spPr bwMode="auto">
            <a:xfrm>
              <a:off x="113" y="1731"/>
              <a:ext cx="1824" cy="28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it-IT" altLang="it-IT" b="1">
                  <a:effectLst>
                    <a:outerShdw blurRad="38100" dist="38100" dir="2700000" algn="tl">
                      <a:srgbClr val="000000"/>
                    </a:outerShdw>
                  </a:effectLst>
                  <a:latin typeface="Comic Sans MS" panose="030F0902030302020204" pitchFamily="66" charset="0"/>
                </a:rPr>
                <a:t>ΔG= ΔG°</a:t>
              </a:r>
              <a:r>
                <a:rPr lang="it-IT" altLang="it-IT" b="1" baseline="-25000">
                  <a:effectLst>
                    <a:outerShdw blurRad="38100" dist="38100" dir="2700000" algn="tl">
                      <a:srgbClr val="000000"/>
                    </a:outerShdw>
                  </a:effectLst>
                  <a:latin typeface="Comic Sans MS" panose="030F0902030302020204" pitchFamily="66" charset="0"/>
                </a:rPr>
                <a:t>1</a:t>
              </a:r>
              <a:r>
                <a:rPr lang="it-IT" altLang="it-IT" b="1">
                  <a:effectLst>
                    <a:outerShdw blurRad="38100" dist="38100" dir="2700000" algn="tl">
                      <a:srgbClr val="000000"/>
                    </a:outerShdw>
                  </a:effectLst>
                  <a:latin typeface="Comic Sans MS" panose="030F0902030302020204" pitchFamily="66" charset="0"/>
                </a:rPr>
                <a:t> + RTln</a:t>
              </a:r>
            </a:p>
          </p:txBody>
        </p:sp>
        <p:sp>
          <p:nvSpPr>
            <p:cNvPr id="35849" name="Text Box 9">
              <a:extLst>
                <a:ext uri="{FF2B5EF4-FFF2-40B4-BE49-F238E27FC236}">
                  <a16:creationId xmlns:a16="http://schemas.microsoft.com/office/drawing/2014/main" id="{72B59E1E-CE14-9A5F-1A64-DF91764E2EC9}"/>
                </a:ext>
              </a:extLst>
            </p:cNvPr>
            <p:cNvSpPr txBox="1">
              <a:spLocks noChangeArrowheads="1"/>
            </p:cNvSpPr>
            <p:nvPr/>
          </p:nvSpPr>
          <p:spPr bwMode="auto">
            <a:xfrm>
              <a:off x="1790" y="1635"/>
              <a:ext cx="576" cy="28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[B]</a:t>
              </a:r>
            </a:p>
          </p:txBody>
        </p:sp>
        <p:sp>
          <p:nvSpPr>
            <p:cNvPr id="35850" name="Text Box 10">
              <a:extLst>
                <a:ext uri="{FF2B5EF4-FFF2-40B4-BE49-F238E27FC236}">
                  <a16:creationId xmlns:a16="http://schemas.microsoft.com/office/drawing/2014/main" id="{1DA383CC-0EE2-D208-468D-A8F703C509EC}"/>
                </a:ext>
              </a:extLst>
            </p:cNvPr>
            <p:cNvSpPr txBox="1">
              <a:spLocks noChangeArrowheads="1"/>
            </p:cNvSpPr>
            <p:nvPr/>
          </p:nvSpPr>
          <p:spPr bwMode="auto">
            <a:xfrm>
              <a:off x="1791" y="1933"/>
              <a:ext cx="576" cy="28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[A]</a:t>
              </a:r>
            </a:p>
          </p:txBody>
        </p:sp>
        <p:grpSp>
          <p:nvGrpSpPr>
            <p:cNvPr id="34832" name="Group 11">
              <a:extLst>
                <a:ext uri="{FF2B5EF4-FFF2-40B4-BE49-F238E27FC236}">
                  <a16:creationId xmlns:a16="http://schemas.microsoft.com/office/drawing/2014/main" id="{A52ECD3D-3870-7508-5ECB-08B3026C58AB}"/>
                </a:ext>
              </a:extLst>
            </p:cNvPr>
            <p:cNvGrpSpPr>
              <a:grpSpLocks/>
            </p:cNvGrpSpPr>
            <p:nvPr/>
          </p:nvGrpSpPr>
          <p:grpSpPr bwMode="auto">
            <a:xfrm>
              <a:off x="22" y="867"/>
              <a:ext cx="5760" cy="1157"/>
              <a:chOff x="0" y="907"/>
              <a:chExt cx="5760" cy="1157"/>
            </a:xfrm>
          </p:grpSpPr>
          <p:sp>
            <p:nvSpPr>
              <p:cNvPr id="35852" name="Text Box 12">
                <a:extLst>
                  <a:ext uri="{FF2B5EF4-FFF2-40B4-BE49-F238E27FC236}">
                    <a16:creationId xmlns:a16="http://schemas.microsoft.com/office/drawing/2014/main" id="{B9D915F6-CEF4-E091-B5E2-A5BCB8AAEAB5}"/>
                  </a:ext>
                </a:extLst>
              </p:cNvPr>
              <p:cNvSpPr txBox="1">
                <a:spLocks noChangeArrowheads="1"/>
              </p:cNvSpPr>
              <p:nvPr/>
            </p:nvSpPr>
            <p:spPr bwMode="auto">
              <a:xfrm>
                <a:off x="0" y="907"/>
                <a:ext cx="1920" cy="28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Nella reazione A</a:t>
                </a:r>
              </a:p>
            </p:txBody>
          </p:sp>
          <p:sp>
            <p:nvSpPr>
              <p:cNvPr id="34834" name="Line 13">
                <a:extLst>
                  <a:ext uri="{FF2B5EF4-FFF2-40B4-BE49-F238E27FC236}">
                    <a16:creationId xmlns:a16="http://schemas.microsoft.com/office/drawing/2014/main" id="{21761174-5C72-3AE1-B922-91283BB6AE90}"/>
                  </a:ext>
                </a:extLst>
              </p:cNvPr>
              <p:cNvSpPr>
                <a:spLocks noChangeShapeType="1"/>
              </p:cNvSpPr>
              <p:nvPr/>
            </p:nvSpPr>
            <p:spPr bwMode="auto">
              <a:xfrm>
                <a:off x="1728" y="1056"/>
                <a:ext cx="48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35854" name="Text Box 14">
                <a:extLst>
                  <a:ext uri="{FF2B5EF4-FFF2-40B4-BE49-F238E27FC236}">
                    <a16:creationId xmlns:a16="http://schemas.microsoft.com/office/drawing/2014/main" id="{96F9702A-7F9B-0E98-FCE5-6AB5A60F4BB1}"/>
                  </a:ext>
                </a:extLst>
              </p:cNvPr>
              <p:cNvSpPr txBox="1">
                <a:spLocks noChangeArrowheads="1"/>
              </p:cNvSpPr>
              <p:nvPr/>
            </p:nvSpPr>
            <p:spPr bwMode="auto">
              <a:xfrm>
                <a:off x="2256" y="912"/>
                <a:ext cx="3504" cy="633"/>
              </a:xfrm>
              <a:prstGeom prst="rect">
                <a:avLst/>
              </a:prstGeom>
              <a:noFill/>
              <a:ln w="9525">
                <a:noFill/>
                <a:miter lim="800000"/>
                <a:headEnd/>
                <a:tailEnd/>
              </a:ln>
              <a:effectLst/>
            </p:spPr>
            <p:txBody>
              <a:bodyPr>
                <a:spAutoFit/>
              </a:bodyPr>
              <a:lstStyle/>
              <a:p>
                <a:pPr eaLnBrk="1" hangingPunct="1">
                  <a:spcBef>
                    <a:spcPct val="50000"/>
                  </a:spcBef>
                  <a:defRPr/>
                </a:pPr>
                <a:r>
                  <a:rPr lang="it-IT" sz="2400" b="1">
                    <a:effectLst>
                      <a:outerShdw blurRad="38100" dist="38100" dir="2700000" algn="tl">
                        <a:srgbClr val="000000"/>
                      </a:outerShdw>
                    </a:effectLst>
                    <a:latin typeface="Comic Sans MS" pitchFamily="66" charset="0"/>
                    <a:ea typeface="+mn-ea"/>
                  </a:rPr>
                  <a:t>B  [A] e [B] sono le concentrazioni</a:t>
                </a:r>
                <a:r>
                  <a:rPr lang="it-IT" sz="2400" b="1">
                    <a:solidFill>
                      <a:schemeClr val="accent2"/>
                    </a:solidFill>
                    <a:effectLst>
                      <a:outerShdw blurRad="38100" dist="38100" dir="2700000" algn="tl">
                        <a:srgbClr val="000000"/>
                      </a:outerShdw>
                    </a:effectLst>
                    <a:latin typeface="Comic Sans MS" pitchFamily="66" charset="0"/>
                    <a:ea typeface="+mn-ea"/>
                  </a:rPr>
                  <a:t> </a:t>
                </a:r>
              </a:p>
              <a:p>
                <a:pPr eaLnBrk="1" hangingPunct="1">
                  <a:spcBef>
                    <a:spcPct val="50000"/>
                  </a:spcBef>
                  <a:defRPr/>
                </a:pPr>
                <a:endParaRPr lang="it-IT" sz="2400" b="1">
                  <a:solidFill>
                    <a:schemeClr val="accent2"/>
                  </a:solidFill>
                  <a:effectLst>
                    <a:outerShdw blurRad="38100" dist="38100" dir="2700000" algn="tl">
                      <a:srgbClr val="000000"/>
                    </a:outerShdw>
                  </a:effectLst>
                  <a:latin typeface="Comic Sans MS" pitchFamily="66" charset="0"/>
                  <a:ea typeface="+mn-ea"/>
                </a:endParaRPr>
              </a:p>
            </p:txBody>
          </p:sp>
          <p:sp>
            <p:nvSpPr>
              <p:cNvPr id="35855" name="Rectangle 15">
                <a:extLst>
                  <a:ext uri="{FF2B5EF4-FFF2-40B4-BE49-F238E27FC236}">
                    <a16:creationId xmlns:a16="http://schemas.microsoft.com/office/drawing/2014/main" id="{D013ECD0-A7CB-0B9A-868B-C276B6099EFC}"/>
                  </a:ext>
                </a:extLst>
              </p:cNvPr>
              <p:cNvSpPr>
                <a:spLocks noChangeArrowheads="1"/>
              </p:cNvSpPr>
              <p:nvPr/>
            </p:nvSpPr>
            <p:spPr bwMode="auto">
              <a:xfrm>
                <a:off x="0" y="1152"/>
                <a:ext cx="2142" cy="288"/>
              </a:xfrm>
              <a:prstGeom prst="rect">
                <a:avLst/>
              </a:prstGeom>
              <a:noFill/>
              <a:ln w="9525">
                <a:noFill/>
                <a:miter lim="800000"/>
                <a:headEnd/>
                <a:tailEnd/>
              </a:ln>
              <a:effec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it-IT" altLang="it-IT" b="1">
                    <a:effectLst>
                      <a:outerShdw blurRad="38100" dist="38100" dir="2700000" algn="tl">
                        <a:srgbClr val="000000"/>
                      </a:outerShdw>
                    </a:effectLst>
                    <a:latin typeface="Comic Sans MS" panose="030F0902030302020204" pitchFamily="66" charset="0"/>
                  </a:rPr>
                  <a:t>iniziali dei componenti</a:t>
                </a:r>
              </a:p>
            </p:txBody>
          </p:sp>
          <p:sp>
            <p:nvSpPr>
              <p:cNvPr id="7" name="Text Box 16">
                <a:extLst>
                  <a:ext uri="{FF2B5EF4-FFF2-40B4-BE49-F238E27FC236}">
                    <a16:creationId xmlns:a16="http://schemas.microsoft.com/office/drawing/2014/main" id="{A04A64EA-44E9-F2A6-10E7-79DE72687997}"/>
                  </a:ext>
                </a:extLst>
              </p:cNvPr>
              <p:cNvSpPr txBox="1">
                <a:spLocks noChangeArrowheads="1"/>
              </p:cNvSpPr>
              <p:nvPr/>
            </p:nvSpPr>
            <p:spPr bwMode="auto">
              <a:xfrm>
                <a:off x="2352" y="1776"/>
                <a:ext cx="1152" cy="28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ovvero</a:t>
                </a:r>
              </a:p>
            </p:txBody>
          </p:sp>
        </p:grpSp>
      </p:grpSp>
      <p:sp>
        <p:nvSpPr>
          <p:cNvPr id="35857" name="AutoShape 17">
            <a:extLst>
              <a:ext uri="{FF2B5EF4-FFF2-40B4-BE49-F238E27FC236}">
                <a16:creationId xmlns:a16="http://schemas.microsoft.com/office/drawing/2014/main" id="{925E205C-9837-35B2-234D-FF5E246C5AEB}"/>
              </a:ext>
            </a:extLst>
          </p:cNvPr>
          <p:cNvSpPr>
            <a:spLocks noChangeArrowheads="1"/>
          </p:cNvSpPr>
          <p:nvPr/>
        </p:nvSpPr>
        <p:spPr bwMode="auto">
          <a:xfrm>
            <a:off x="2124075" y="2347913"/>
            <a:ext cx="1511300" cy="1368425"/>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834" y="10800"/>
                </a:moveTo>
                <a:cubicBezTo>
                  <a:pt x="834" y="16304"/>
                  <a:pt x="5296" y="20766"/>
                  <a:pt x="10800" y="20766"/>
                </a:cubicBezTo>
                <a:cubicBezTo>
                  <a:pt x="16304" y="20766"/>
                  <a:pt x="20766" y="16304"/>
                  <a:pt x="20766" y="10800"/>
                </a:cubicBezTo>
                <a:cubicBezTo>
                  <a:pt x="20766" y="5296"/>
                  <a:pt x="16304" y="834"/>
                  <a:pt x="10800" y="834"/>
                </a:cubicBezTo>
                <a:cubicBezTo>
                  <a:pt x="5296" y="834"/>
                  <a:pt x="834" y="5296"/>
                  <a:pt x="834" y="10800"/>
                </a:cubicBezTo>
                <a:close/>
              </a:path>
            </a:pathLst>
          </a:custGeom>
          <a:solidFill>
            <a:srgbClr val="FF3399"/>
          </a:solidFill>
          <a:ln w="9525">
            <a:solidFill>
              <a:srgbClr val="FF3399"/>
            </a:solidFill>
            <a:round/>
            <a:headEnd/>
            <a:tailEnd/>
          </a:ln>
        </p:spPr>
        <p:txBody>
          <a:bodyPr wrap="none" anchor="ctr"/>
          <a:lstStyle/>
          <a:p>
            <a:endParaRPr lang="it-IT"/>
          </a:p>
        </p:txBody>
      </p:sp>
      <p:grpSp>
        <p:nvGrpSpPr>
          <p:cNvPr id="5" name="Group 18">
            <a:extLst>
              <a:ext uri="{FF2B5EF4-FFF2-40B4-BE49-F238E27FC236}">
                <a16:creationId xmlns:a16="http://schemas.microsoft.com/office/drawing/2014/main" id="{805C656A-DDF5-8639-751F-C4EEA8CAD704}"/>
              </a:ext>
            </a:extLst>
          </p:cNvPr>
          <p:cNvGrpSpPr>
            <a:grpSpLocks/>
          </p:cNvGrpSpPr>
          <p:nvPr/>
        </p:nvGrpSpPr>
        <p:grpSpPr bwMode="auto">
          <a:xfrm>
            <a:off x="1476375" y="3789363"/>
            <a:ext cx="6172200" cy="1152525"/>
            <a:chOff x="930" y="2387"/>
            <a:chExt cx="3888" cy="726"/>
          </a:xfrm>
        </p:grpSpPr>
        <p:grpSp>
          <p:nvGrpSpPr>
            <p:cNvPr id="34821" name="Group 19">
              <a:extLst>
                <a:ext uri="{FF2B5EF4-FFF2-40B4-BE49-F238E27FC236}">
                  <a16:creationId xmlns:a16="http://schemas.microsoft.com/office/drawing/2014/main" id="{605B6ACF-3A45-7FBA-49CF-8EC61CAA59D0}"/>
                </a:ext>
              </a:extLst>
            </p:cNvPr>
            <p:cNvGrpSpPr>
              <a:grpSpLocks/>
            </p:cNvGrpSpPr>
            <p:nvPr/>
          </p:nvGrpSpPr>
          <p:grpSpPr bwMode="auto">
            <a:xfrm>
              <a:off x="930" y="2387"/>
              <a:ext cx="3888" cy="726"/>
              <a:chOff x="930" y="2387"/>
              <a:chExt cx="3888" cy="726"/>
            </a:xfrm>
          </p:grpSpPr>
          <p:sp>
            <p:nvSpPr>
              <p:cNvPr id="34823" name="Rectangle 20">
                <a:extLst>
                  <a:ext uri="{FF2B5EF4-FFF2-40B4-BE49-F238E27FC236}">
                    <a16:creationId xmlns:a16="http://schemas.microsoft.com/office/drawing/2014/main" id="{3B13A508-BDA5-C4A0-E4DA-CE6F897DCF23}"/>
                  </a:ext>
                </a:extLst>
              </p:cNvPr>
              <p:cNvSpPr>
                <a:spLocks noChangeArrowheads="1"/>
              </p:cNvSpPr>
              <p:nvPr/>
            </p:nvSpPr>
            <p:spPr bwMode="auto">
              <a:xfrm>
                <a:off x="930" y="2387"/>
                <a:ext cx="3840" cy="725"/>
              </a:xfrm>
              <a:prstGeom prst="rect">
                <a:avLst/>
              </a:prstGeom>
              <a:solidFill>
                <a:srgbClr val="CCFF33"/>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35861" name="Rectangle 21">
                <a:extLst>
                  <a:ext uri="{FF2B5EF4-FFF2-40B4-BE49-F238E27FC236}">
                    <a16:creationId xmlns:a16="http://schemas.microsoft.com/office/drawing/2014/main" id="{6E79177D-81F9-52E6-E414-7BB3D965234F}"/>
                  </a:ext>
                </a:extLst>
              </p:cNvPr>
              <p:cNvSpPr>
                <a:spLocks noChangeArrowheads="1"/>
              </p:cNvSpPr>
              <p:nvPr/>
            </p:nvSpPr>
            <p:spPr bwMode="auto">
              <a:xfrm>
                <a:off x="1045" y="2623"/>
                <a:ext cx="3133" cy="327"/>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it-IT" altLang="it-IT" sz="2800" b="1">
                    <a:solidFill>
                      <a:schemeClr val="accent2"/>
                    </a:solidFill>
                    <a:effectLst>
                      <a:outerShdw blurRad="38100" dist="38100" dir="2700000" algn="tl">
                        <a:srgbClr val="000000"/>
                      </a:outerShdw>
                    </a:effectLst>
                    <a:latin typeface="Comic Sans MS" panose="030F0902030302020204" pitchFamily="66" charset="0"/>
                  </a:rPr>
                  <a:t>ΔG= ΔG°</a:t>
                </a:r>
                <a:r>
                  <a:rPr lang="it-IT" altLang="it-IT" sz="2800" b="1" baseline="-25000">
                    <a:solidFill>
                      <a:schemeClr val="accent2"/>
                    </a:solidFill>
                    <a:effectLst>
                      <a:outerShdw blurRad="38100" dist="38100" dir="2700000" algn="tl">
                        <a:srgbClr val="000000"/>
                      </a:outerShdw>
                    </a:effectLst>
                    <a:latin typeface="Comic Sans MS" panose="030F0902030302020204" pitchFamily="66" charset="0"/>
                  </a:rPr>
                  <a:t>1</a:t>
                </a:r>
                <a:r>
                  <a:rPr lang="it-IT" altLang="it-IT" sz="2800" b="1">
                    <a:solidFill>
                      <a:schemeClr val="accent2"/>
                    </a:solidFill>
                    <a:effectLst>
                      <a:outerShdw blurRad="38100" dist="38100" dir="2700000" algn="tl">
                        <a:srgbClr val="000000"/>
                      </a:outerShdw>
                    </a:effectLst>
                    <a:latin typeface="Comic Sans MS" panose="030F0902030302020204" pitchFamily="66" charset="0"/>
                  </a:rPr>
                  <a:t> +2,303 RTlog</a:t>
                </a:r>
              </a:p>
            </p:txBody>
          </p:sp>
          <p:sp>
            <p:nvSpPr>
              <p:cNvPr id="35862" name="Text Box 22">
                <a:extLst>
                  <a:ext uri="{FF2B5EF4-FFF2-40B4-BE49-F238E27FC236}">
                    <a16:creationId xmlns:a16="http://schemas.microsoft.com/office/drawing/2014/main" id="{858D0BFF-DFED-50A2-A2F8-5E83F975E621}"/>
                  </a:ext>
                </a:extLst>
              </p:cNvPr>
              <p:cNvSpPr txBox="1">
                <a:spLocks noChangeArrowheads="1"/>
              </p:cNvSpPr>
              <p:nvPr/>
            </p:nvSpPr>
            <p:spPr bwMode="auto">
              <a:xfrm>
                <a:off x="3829" y="2468"/>
                <a:ext cx="989" cy="327"/>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800" b="1">
                    <a:solidFill>
                      <a:schemeClr val="accent2"/>
                    </a:solidFill>
                    <a:effectLst>
                      <a:outerShdw blurRad="38100" dist="38100" dir="2700000" algn="tl">
                        <a:srgbClr val="000000"/>
                      </a:outerShdw>
                    </a:effectLst>
                    <a:latin typeface="Comic Sans MS" panose="030F0902030302020204" pitchFamily="66" charset="0"/>
                  </a:rPr>
                  <a:t>[B]</a:t>
                </a:r>
              </a:p>
            </p:txBody>
          </p:sp>
          <p:sp>
            <p:nvSpPr>
              <p:cNvPr id="35863" name="Text Box 23">
                <a:extLst>
                  <a:ext uri="{FF2B5EF4-FFF2-40B4-BE49-F238E27FC236}">
                    <a16:creationId xmlns:a16="http://schemas.microsoft.com/office/drawing/2014/main" id="{AD3C8B3D-BFEF-44EC-8FE2-4B2642F198AC}"/>
                  </a:ext>
                </a:extLst>
              </p:cNvPr>
              <p:cNvSpPr txBox="1">
                <a:spLocks noChangeArrowheads="1"/>
              </p:cNvSpPr>
              <p:nvPr/>
            </p:nvSpPr>
            <p:spPr bwMode="auto">
              <a:xfrm>
                <a:off x="3829" y="2786"/>
                <a:ext cx="989" cy="327"/>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800" b="1">
                    <a:solidFill>
                      <a:schemeClr val="accent2"/>
                    </a:solidFill>
                    <a:effectLst>
                      <a:outerShdw blurRad="38100" dist="38100" dir="2700000" algn="tl">
                        <a:srgbClr val="000000"/>
                      </a:outerShdw>
                    </a:effectLst>
                    <a:latin typeface="Comic Sans MS" panose="030F0902030302020204" pitchFamily="66" charset="0"/>
                  </a:rPr>
                  <a:t>[A]</a:t>
                </a:r>
              </a:p>
            </p:txBody>
          </p:sp>
        </p:grpSp>
        <p:sp>
          <p:nvSpPr>
            <p:cNvPr id="34822" name="Line 24">
              <a:extLst>
                <a:ext uri="{FF2B5EF4-FFF2-40B4-BE49-F238E27FC236}">
                  <a16:creationId xmlns:a16="http://schemas.microsoft.com/office/drawing/2014/main" id="{53BD7FEB-FED2-78C7-5FFF-22F5118BDA99}"/>
                </a:ext>
              </a:extLst>
            </p:cNvPr>
            <p:cNvSpPr>
              <a:spLocks noChangeShapeType="1"/>
            </p:cNvSpPr>
            <p:nvPr/>
          </p:nvSpPr>
          <p:spPr bwMode="auto">
            <a:xfrm>
              <a:off x="3923" y="2795"/>
              <a:ext cx="28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it-IT"/>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35857"/>
                                        </p:tgtEl>
                                        <p:attrNameLst>
                                          <p:attrName>style.visibility</p:attrName>
                                        </p:attrNameLst>
                                      </p:cBhvr>
                                      <p:to>
                                        <p:strVal val="visible"/>
                                      </p:to>
                                    </p:set>
                                    <p:anim calcmode="lin" valueType="num">
                                      <p:cBhvr>
                                        <p:cTn id="12" dur="500" fill="hold"/>
                                        <p:tgtEl>
                                          <p:spTgt spid="35857"/>
                                        </p:tgtEl>
                                        <p:attrNameLst>
                                          <p:attrName>ppt_w</p:attrName>
                                        </p:attrNameLst>
                                      </p:cBhvr>
                                      <p:tavLst>
                                        <p:tav tm="0">
                                          <p:val>
                                            <p:fltVal val="0"/>
                                          </p:val>
                                        </p:tav>
                                        <p:tav tm="100000">
                                          <p:val>
                                            <p:strVal val="#ppt_w"/>
                                          </p:val>
                                        </p:tav>
                                      </p:tavLst>
                                    </p:anim>
                                    <p:anim calcmode="lin" valueType="num">
                                      <p:cBhvr>
                                        <p:cTn id="13" dur="500" fill="hold"/>
                                        <p:tgtEl>
                                          <p:spTgt spid="35857"/>
                                        </p:tgtEl>
                                        <p:attrNameLst>
                                          <p:attrName>ppt_h</p:attrName>
                                        </p:attrNameLst>
                                      </p:cBhvr>
                                      <p:tavLst>
                                        <p:tav tm="0">
                                          <p:val>
                                            <p:fltVal val="0"/>
                                          </p:val>
                                        </p:tav>
                                        <p:tav tm="100000">
                                          <p:val>
                                            <p:strVal val="#ppt_h"/>
                                          </p:val>
                                        </p:tav>
                                      </p:tavLst>
                                    </p:anim>
                                    <p:animEffect transition="in" filter="fade">
                                      <p:cBhvr>
                                        <p:cTn id="14" dur="500"/>
                                        <p:tgtEl>
                                          <p:spTgt spid="3585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8" presetClass="entr" presetSubtype="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trips(downRight)">
                                      <p:cBhvr>
                                        <p:cTn id="19" dur="1000"/>
                                        <p:tgtEl>
                                          <p:spTgt spid="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6"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strips(downRight)">
                                      <p:cBhvr>
                                        <p:cTn id="2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262F3C0-5054-9120-E10A-BC17C9E4D4B0}"/>
              </a:ext>
            </a:extLst>
          </p:cNvPr>
          <p:cNvGrpSpPr>
            <a:grpSpLocks/>
          </p:cNvGrpSpPr>
          <p:nvPr/>
        </p:nvGrpSpPr>
        <p:grpSpPr bwMode="auto">
          <a:xfrm>
            <a:off x="539750" y="331788"/>
            <a:ext cx="8294688" cy="5473700"/>
            <a:chOff x="336" y="368"/>
            <a:chExt cx="5225" cy="3119"/>
          </a:xfrm>
        </p:grpSpPr>
        <p:pic>
          <p:nvPicPr>
            <p:cNvPr id="36866" name="Picture 3">
              <a:extLst>
                <a:ext uri="{FF2B5EF4-FFF2-40B4-BE49-F238E27FC236}">
                  <a16:creationId xmlns:a16="http://schemas.microsoft.com/office/drawing/2014/main" id="{1744B7BD-9B9B-E65F-E7E8-6511BD446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 y="868"/>
              <a:ext cx="5225" cy="2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ext Box 4">
              <a:extLst>
                <a:ext uri="{FF2B5EF4-FFF2-40B4-BE49-F238E27FC236}">
                  <a16:creationId xmlns:a16="http://schemas.microsoft.com/office/drawing/2014/main" id="{2B018746-3798-9E82-9BAF-06BC3AFDA940}"/>
                </a:ext>
              </a:extLst>
            </p:cNvPr>
            <p:cNvSpPr txBox="1">
              <a:spLocks noChangeArrowheads="1"/>
            </p:cNvSpPr>
            <p:nvPr/>
          </p:nvSpPr>
          <p:spPr bwMode="auto">
            <a:xfrm>
              <a:off x="912" y="368"/>
              <a:ext cx="412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rPr>
                <a:t>SCISSIONE DEL FRUTTOSO 1,6-BISFOSFATO </a:t>
              </a:r>
              <a:r>
                <a:rPr lang="it-IT" altLang="it-IT" sz="2400" b="1">
                  <a:solidFill>
                    <a:schemeClr val="accent2"/>
                  </a:solidFill>
                  <a:latin typeface="Comic Sans MS" panose="030F0902030302020204" pitchFamily="66" charset="0"/>
                </a:rPr>
                <a:t>da parte dell</a:t>
              </a:r>
              <a:r>
                <a:rPr lang="ja-JP" altLang="it-IT" sz="2400" b="1">
                  <a:solidFill>
                    <a:schemeClr val="accent2"/>
                  </a:solidFill>
                  <a:latin typeface="Comic Sans MS" panose="030F0902030302020204" pitchFamily="66" charset="0"/>
                </a:rPr>
                <a:t>’</a:t>
              </a:r>
              <a:r>
                <a:rPr lang="it-IT" altLang="ja-JP" sz="2400" b="1">
                  <a:solidFill>
                    <a:schemeClr val="accent2"/>
                  </a:solidFill>
                  <a:latin typeface="Comic Sans MS" panose="030F0902030302020204" pitchFamily="66" charset="0"/>
                </a:rPr>
                <a:t>aldolasi</a:t>
              </a:r>
              <a:endParaRPr lang="it-IT" altLang="it-IT" sz="2400" b="1">
                <a:solidFill>
                  <a:schemeClr val="accent2"/>
                </a:solidFill>
                <a:latin typeface="Comic Sans MS" panose="030F0902030302020204" pitchFamily="66" charset="0"/>
              </a:endParaRPr>
            </a:p>
          </p:txBody>
        </p:sp>
        <p:sp>
          <p:nvSpPr>
            <p:cNvPr id="36868" name="Text Box 5">
              <a:extLst>
                <a:ext uri="{FF2B5EF4-FFF2-40B4-BE49-F238E27FC236}">
                  <a16:creationId xmlns:a16="http://schemas.microsoft.com/office/drawing/2014/main" id="{8B4F0165-B258-4F29-3CD7-20548BB9900A}"/>
                </a:ext>
              </a:extLst>
            </p:cNvPr>
            <p:cNvSpPr txBox="1">
              <a:spLocks noChangeArrowheads="1"/>
            </p:cNvSpPr>
            <p:nvPr/>
          </p:nvSpPr>
          <p:spPr bwMode="auto">
            <a:xfrm>
              <a:off x="3360" y="1440"/>
              <a:ext cx="201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sym typeface="Symbol" pitchFamily="2" charset="2"/>
                </a:rPr>
                <a:t>G°</a:t>
              </a:r>
              <a:r>
                <a:rPr lang="it-IT" altLang="it-IT" sz="2000" b="1" baseline="-25000">
                  <a:solidFill>
                    <a:schemeClr val="accent2"/>
                  </a:solidFill>
                  <a:latin typeface="Comic Sans MS" panose="030F0902030302020204" pitchFamily="66" charset="0"/>
                  <a:sym typeface="Symbol" pitchFamily="2" charset="2"/>
                </a:rPr>
                <a:t>1</a:t>
              </a:r>
              <a:r>
                <a:rPr lang="it-IT" altLang="it-IT" sz="2000" b="1">
                  <a:solidFill>
                    <a:schemeClr val="accent2"/>
                  </a:solidFill>
                  <a:latin typeface="Comic Sans MS" panose="030F0902030302020204" pitchFamily="66" charset="0"/>
                  <a:sym typeface="Symbol" pitchFamily="2" charset="2"/>
                </a:rPr>
                <a:t>= + 5,73 Kcal/mole</a:t>
              </a:r>
              <a:endParaRPr lang="it-IT" altLang="it-IT" sz="2000" b="1">
                <a:solidFill>
                  <a:schemeClr val="accent2"/>
                </a:solidFill>
                <a:latin typeface="Comic Sans MS" panose="030F09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ext Box 4">
            <a:extLst>
              <a:ext uri="{FF2B5EF4-FFF2-40B4-BE49-F238E27FC236}">
                <a16:creationId xmlns:a16="http://schemas.microsoft.com/office/drawing/2014/main" id="{1C4072BF-5675-053B-52C5-9C33525BB520}"/>
              </a:ext>
            </a:extLst>
          </p:cNvPr>
          <p:cNvSpPr txBox="1">
            <a:spLocks noChangeArrowheads="1"/>
          </p:cNvSpPr>
          <p:nvPr/>
        </p:nvSpPr>
        <p:spPr bwMode="auto">
          <a:xfrm>
            <a:off x="179388" y="2332038"/>
            <a:ext cx="9144000" cy="1800225"/>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800" b="1">
                <a:effectLst>
                  <a:outerShdw blurRad="38100" dist="38100" dir="2700000" algn="tl">
                    <a:srgbClr val="000000"/>
                  </a:outerShdw>
                </a:effectLst>
                <a:latin typeface="Comic Sans MS" panose="030F0902030302020204" pitchFamily="66" charset="0"/>
              </a:rPr>
              <a:t>Il ΔG°</a:t>
            </a:r>
            <a:r>
              <a:rPr lang="it-IT" altLang="it-IT" sz="2800" b="1" baseline="-25000">
                <a:effectLst>
                  <a:outerShdw blurRad="38100" dist="38100" dir="2700000" algn="tl">
                    <a:srgbClr val="000000"/>
                  </a:outerShdw>
                </a:effectLst>
                <a:latin typeface="Comic Sans MS" panose="030F0902030302020204" pitchFamily="66" charset="0"/>
              </a:rPr>
              <a:t>1</a:t>
            </a:r>
            <a:r>
              <a:rPr lang="it-IT" altLang="it-IT" sz="2800" b="1">
                <a:effectLst>
                  <a:outerShdw blurRad="38100" dist="38100" dir="2700000" algn="tl">
                    <a:srgbClr val="000000"/>
                  </a:outerShdw>
                </a:effectLst>
                <a:latin typeface="Comic Sans MS" panose="030F0902030302020204" pitchFamily="66" charset="0"/>
              </a:rPr>
              <a:t> di una reazione è costante, il ΔG è variabile e dipende dalle concentrazioni effettive dei componenti la reazione. I</a:t>
            </a:r>
            <a:r>
              <a:rPr lang="it-IT" altLang="it-IT" sz="2800" b="1">
                <a:effectLst>
                  <a:outerShdw blurRad="38100" dist="38100" dir="2700000" algn="tl">
                    <a:srgbClr val="000000"/>
                  </a:outerShdw>
                </a:effectLst>
              </a:rPr>
              <a:t>l ΔG è</a:t>
            </a:r>
            <a:r>
              <a:rPr lang="it-IT" altLang="it-IT" sz="1800"/>
              <a:t> </a:t>
            </a:r>
            <a:r>
              <a:rPr lang="it-IT" altLang="it-IT" sz="2800" b="1">
                <a:effectLst>
                  <a:outerShdw blurRad="38100" dist="38100" dir="2700000" algn="tl">
                    <a:srgbClr val="000000"/>
                  </a:outerShdw>
                </a:effectLst>
                <a:latin typeface="Comic Sans MS" panose="030F0902030302020204" pitchFamily="66" charset="0"/>
              </a:rPr>
              <a:t> quello che stabilisce il verso di una reazione.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967FCA4-1AD8-4E0C-969E-3316E4F25696}"/>
              </a:ext>
            </a:extLst>
          </p:cNvPr>
          <p:cNvGrpSpPr>
            <a:grpSpLocks/>
          </p:cNvGrpSpPr>
          <p:nvPr/>
        </p:nvGrpSpPr>
        <p:grpSpPr bwMode="auto">
          <a:xfrm>
            <a:off x="0" y="735013"/>
            <a:ext cx="9220200" cy="4565650"/>
            <a:chOff x="0" y="463"/>
            <a:chExt cx="5808" cy="2876"/>
          </a:xfrm>
        </p:grpSpPr>
        <p:sp>
          <p:nvSpPr>
            <p:cNvPr id="39939" name="Text Box 3">
              <a:extLst>
                <a:ext uri="{FF2B5EF4-FFF2-40B4-BE49-F238E27FC236}">
                  <a16:creationId xmlns:a16="http://schemas.microsoft.com/office/drawing/2014/main" id="{0B4F28F8-7E15-43E5-3368-A33BAC64BEDF}"/>
                </a:ext>
              </a:extLst>
            </p:cNvPr>
            <p:cNvSpPr txBox="1">
              <a:spLocks noChangeArrowheads="1"/>
            </p:cNvSpPr>
            <p:nvPr/>
          </p:nvSpPr>
          <p:spPr bwMode="auto">
            <a:xfrm>
              <a:off x="48" y="463"/>
              <a:ext cx="5760" cy="51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defRPr/>
              </a:pPr>
              <a:r>
                <a:rPr lang="it-IT" altLang="it-IT" b="1">
                  <a:latin typeface="Comic Sans MS" panose="030F0902030302020204" pitchFamily="66" charset="0"/>
                </a:rPr>
                <a:t>LE VARIAZIONI DI ENERGIA LIBERA STANDARD SONO</a:t>
              </a:r>
              <a:r>
                <a:rPr lang="it-IT" altLang="it-IT" b="1">
                  <a:solidFill>
                    <a:schemeClr val="accent2"/>
                  </a:solidFill>
                  <a:latin typeface="Comic Sans MS" panose="030F0902030302020204" pitchFamily="66" charset="0"/>
                </a:rPr>
                <a:t> </a:t>
              </a:r>
              <a:r>
                <a:rPr lang="it-IT" altLang="it-IT" b="1">
                  <a:solidFill>
                    <a:srgbClr val="FF3399"/>
                  </a:solidFill>
                  <a:effectLst>
                    <a:outerShdw blurRad="38100" dist="38100" dir="2700000" algn="tl">
                      <a:srgbClr val="000000"/>
                    </a:outerShdw>
                  </a:effectLst>
                  <a:latin typeface="Comic Sans MS" panose="030F0902030302020204" pitchFamily="66" charset="0"/>
                </a:rPr>
                <a:t>ADDITIVE</a:t>
              </a:r>
            </a:p>
          </p:txBody>
        </p:sp>
        <p:grpSp>
          <p:nvGrpSpPr>
            <p:cNvPr id="40963" name="Group 4">
              <a:extLst>
                <a:ext uri="{FF2B5EF4-FFF2-40B4-BE49-F238E27FC236}">
                  <a16:creationId xmlns:a16="http://schemas.microsoft.com/office/drawing/2014/main" id="{877C2455-F136-8ED3-DE0A-16BD5D9CA2AB}"/>
                </a:ext>
              </a:extLst>
            </p:cNvPr>
            <p:cNvGrpSpPr>
              <a:grpSpLocks/>
            </p:cNvGrpSpPr>
            <p:nvPr/>
          </p:nvGrpSpPr>
          <p:grpSpPr bwMode="auto">
            <a:xfrm>
              <a:off x="1518" y="1256"/>
              <a:ext cx="2496" cy="768"/>
              <a:chOff x="144" y="432"/>
              <a:chExt cx="2496" cy="768"/>
            </a:xfrm>
          </p:grpSpPr>
          <p:sp>
            <p:nvSpPr>
              <p:cNvPr id="40978" name="Text Box 5">
                <a:extLst>
                  <a:ext uri="{FF2B5EF4-FFF2-40B4-BE49-F238E27FC236}">
                    <a16:creationId xmlns:a16="http://schemas.microsoft.com/office/drawing/2014/main" id="{404811E1-8F94-5F34-EEB9-11584BCA74A4}"/>
                  </a:ext>
                </a:extLst>
              </p:cNvPr>
              <p:cNvSpPr txBox="1">
                <a:spLocks noChangeArrowheads="1"/>
              </p:cNvSpPr>
              <p:nvPr/>
            </p:nvSpPr>
            <p:spPr bwMode="auto">
              <a:xfrm>
                <a:off x="144" y="43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latin typeface="Comic Sans MS" panose="030F0902030302020204" pitchFamily="66" charset="0"/>
                  </a:rPr>
                  <a:t>A</a:t>
                </a:r>
              </a:p>
            </p:txBody>
          </p:sp>
          <p:sp>
            <p:nvSpPr>
              <p:cNvPr id="40979" name="AutoShape 6">
                <a:extLst>
                  <a:ext uri="{FF2B5EF4-FFF2-40B4-BE49-F238E27FC236}">
                    <a16:creationId xmlns:a16="http://schemas.microsoft.com/office/drawing/2014/main" id="{8AD16BD8-F7AD-00D0-FB4C-1C72E5A2EAA4}"/>
                  </a:ext>
                </a:extLst>
              </p:cNvPr>
              <p:cNvSpPr>
                <a:spLocks noChangeArrowheads="1"/>
              </p:cNvSpPr>
              <p:nvPr/>
            </p:nvSpPr>
            <p:spPr bwMode="auto">
              <a:xfrm>
                <a:off x="432" y="528"/>
                <a:ext cx="432" cy="96"/>
              </a:xfrm>
              <a:prstGeom prst="rightArrow">
                <a:avLst>
                  <a:gd name="adj1" fmla="val 50000"/>
                  <a:gd name="adj2" fmla="val 112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0980" name="Text Box 7">
                <a:extLst>
                  <a:ext uri="{FF2B5EF4-FFF2-40B4-BE49-F238E27FC236}">
                    <a16:creationId xmlns:a16="http://schemas.microsoft.com/office/drawing/2014/main" id="{BFE1439A-E030-B9B5-62FF-B3C45539FA20}"/>
                  </a:ext>
                </a:extLst>
              </p:cNvPr>
              <p:cNvSpPr txBox="1">
                <a:spLocks noChangeArrowheads="1"/>
              </p:cNvSpPr>
              <p:nvPr/>
            </p:nvSpPr>
            <p:spPr bwMode="auto">
              <a:xfrm>
                <a:off x="912" y="432"/>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800" b="1">
                    <a:latin typeface="Comic Sans MS" panose="030F0902030302020204" pitchFamily="66" charset="0"/>
                  </a:rPr>
                  <a:t>B</a:t>
                </a:r>
              </a:p>
            </p:txBody>
          </p:sp>
          <p:sp>
            <p:nvSpPr>
              <p:cNvPr id="40981" name="Text Box 8">
                <a:extLst>
                  <a:ext uri="{FF2B5EF4-FFF2-40B4-BE49-F238E27FC236}">
                    <a16:creationId xmlns:a16="http://schemas.microsoft.com/office/drawing/2014/main" id="{5E29B87B-B259-D11E-E9DE-A4DBECC13F52}"/>
                  </a:ext>
                </a:extLst>
              </p:cNvPr>
              <p:cNvSpPr txBox="1">
                <a:spLocks noChangeArrowheads="1"/>
              </p:cNvSpPr>
              <p:nvPr/>
            </p:nvSpPr>
            <p:spPr bwMode="auto">
              <a:xfrm>
                <a:off x="1776" y="432"/>
                <a:ext cx="864"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latin typeface="Comic Sans MS" panose="030F0902030302020204" pitchFamily="66" charset="0"/>
                  </a:rPr>
                  <a:t>ΔG°</a:t>
                </a:r>
                <a:r>
                  <a:rPr lang="it-IT" altLang="it-IT" sz="2400" b="1" baseline="30000">
                    <a:latin typeface="Comic Sans MS" panose="030F0902030302020204" pitchFamily="66" charset="0"/>
                  </a:rPr>
                  <a:t>1</a:t>
                </a:r>
                <a:r>
                  <a:rPr lang="it-IT" altLang="it-IT" sz="2400" b="1" baseline="-25000">
                    <a:latin typeface="Comic Sans MS" panose="030F0902030302020204" pitchFamily="66" charset="0"/>
                  </a:rPr>
                  <a:t>1</a:t>
                </a:r>
              </a:p>
              <a:p>
                <a:pPr eaLnBrk="1" hangingPunct="1">
                  <a:spcBef>
                    <a:spcPct val="50000"/>
                  </a:spcBef>
                  <a:buFontTx/>
                  <a:buNone/>
                </a:pPr>
                <a:endParaRPr lang="it-IT" altLang="it-IT" sz="2400" b="1" baseline="-25000">
                  <a:solidFill>
                    <a:schemeClr val="accent2"/>
                  </a:solidFill>
                  <a:latin typeface="Comic Sans MS" panose="030F0902030302020204" pitchFamily="66" charset="0"/>
                </a:endParaRPr>
              </a:p>
            </p:txBody>
          </p:sp>
          <p:sp>
            <p:nvSpPr>
              <p:cNvPr id="40982" name="Text Box 9">
                <a:extLst>
                  <a:ext uri="{FF2B5EF4-FFF2-40B4-BE49-F238E27FC236}">
                    <a16:creationId xmlns:a16="http://schemas.microsoft.com/office/drawing/2014/main" id="{A846D6D6-01D1-1709-502A-B71F6DA30D5A}"/>
                  </a:ext>
                </a:extLst>
              </p:cNvPr>
              <p:cNvSpPr txBox="1">
                <a:spLocks noChangeArrowheads="1"/>
              </p:cNvSpPr>
              <p:nvPr/>
            </p:nvSpPr>
            <p:spPr bwMode="auto">
              <a:xfrm>
                <a:off x="144" y="67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latin typeface="Comic Sans MS" panose="030F0902030302020204" pitchFamily="66" charset="0"/>
                  </a:rPr>
                  <a:t>B</a:t>
                </a:r>
              </a:p>
            </p:txBody>
          </p:sp>
          <p:sp>
            <p:nvSpPr>
              <p:cNvPr id="40983" name="AutoShape 10">
                <a:extLst>
                  <a:ext uri="{FF2B5EF4-FFF2-40B4-BE49-F238E27FC236}">
                    <a16:creationId xmlns:a16="http://schemas.microsoft.com/office/drawing/2014/main" id="{4A434D47-7102-D4ED-6E74-A26D0CDF4B71}"/>
                  </a:ext>
                </a:extLst>
              </p:cNvPr>
              <p:cNvSpPr>
                <a:spLocks noChangeArrowheads="1"/>
              </p:cNvSpPr>
              <p:nvPr/>
            </p:nvSpPr>
            <p:spPr bwMode="auto">
              <a:xfrm>
                <a:off x="432" y="768"/>
                <a:ext cx="432" cy="96"/>
              </a:xfrm>
              <a:prstGeom prst="rightArrow">
                <a:avLst>
                  <a:gd name="adj1" fmla="val 50000"/>
                  <a:gd name="adj2" fmla="val 112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0984" name="Text Box 11">
                <a:extLst>
                  <a:ext uri="{FF2B5EF4-FFF2-40B4-BE49-F238E27FC236}">
                    <a16:creationId xmlns:a16="http://schemas.microsoft.com/office/drawing/2014/main" id="{C64E8E0C-C876-C1D5-D609-3884E26879D7}"/>
                  </a:ext>
                </a:extLst>
              </p:cNvPr>
              <p:cNvSpPr txBox="1">
                <a:spLocks noChangeArrowheads="1"/>
              </p:cNvSpPr>
              <p:nvPr/>
            </p:nvSpPr>
            <p:spPr bwMode="auto">
              <a:xfrm>
                <a:off x="912" y="67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latin typeface="Comic Sans MS" panose="030F0902030302020204" pitchFamily="66" charset="0"/>
                  </a:rPr>
                  <a:t>C</a:t>
                </a:r>
              </a:p>
            </p:txBody>
          </p:sp>
          <p:sp>
            <p:nvSpPr>
              <p:cNvPr id="40985" name="Text Box 12">
                <a:extLst>
                  <a:ext uri="{FF2B5EF4-FFF2-40B4-BE49-F238E27FC236}">
                    <a16:creationId xmlns:a16="http://schemas.microsoft.com/office/drawing/2014/main" id="{57A0D835-9444-988A-D6C5-725EF5E110D3}"/>
                  </a:ext>
                </a:extLst>
              </p:cNvPr>
              <p:cNvSpPr txBox="1">
                <a:spLocks noChangeArrowheads="1"/>
              </p:cNvSpPr>
              <p:nvPr/>
            </p:nvSpPr>
            <p:spPr bwMode="auto">
              <a:xfrm>
                <a:off x="1776" y="672"/>
                <a:ext cx="8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latin typeface="Comic Sans MS" panose="030F0902030302020204" pitchFamily="66" charset="0"/>
                  </a:rPr>
                  <a:t>ΔG°</a:t>
                </a:r>
                <a:r>
                  <a:rPr lang="it-IT" altLang="it-IT" sz="2400" b="1" baseline="30000">
                    <a:latin typeface="Comic Sans MS" panose="030F0902030302020204" pitchFamily="66" charset="0"/>
                  </a:rPr>
                  <a:t>1</a:t>
                </a:r>
                <a:r>
                  <a:rPr lang="it-IT" altLang="it-IT" sz="2400" b="1" baseline="-25000">
                    <a:latin typeface="Comic Sans MS" panose="030F0902030302020204" pitchFamily="66" charset="0"/>
                  </a:rPr>
                  <a:t>2</a:t>
                </a:r>
              </a:p>
            </p:txBody>
          </p:sp>
          <p:sp>
            <p:nvSpPr>
              <p:cNvPr id="40986" name="Text Box 13">
                <a:extLst>
                  <a:ext uri="{FF2B5EF4-FFF2-40B4-BE49-F238E27FC236}">
                    <a16:creationId xmlns:a16="http://schemas.microsoft.com/office/drawing/2014/main" id="{4334D3B7-6B16-9377-2656-93B0DE3E791D}"/>
                  </a:ext>
                </a:extLst>
              </p:cNvPr>
              <p:cNvSpPr txBox="1">
                <a:spLocks noChangeArrowheads="1"/>
              </p:cNvSpPr>
              <p:nvPr/>
            </p:nvSpPr>
            <p:spPr bwMode="auto">
              <a:xfrm>
                <a:off x="144" y="91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latin typeface="Comic Sans MS" panose="030F0902030302020204" pitchFamily="66" charset="0"/>
                  </a:rPr>
                  <a:t>C</a:t>
                </a:r>
              </a:p>
            </p:txBody>
          </p:sp>
          <p:sp>
            <p:nvSpPr>
              <p:cNvPr id="40987" name="AutoShape 14">
                <a:extLst>
                  <a:ext uri="{FF2B5EF4-FFF2-40B4-BE49-F238E27FC236}">
                    <a16:creationId xmlns:a16="http://schemas.microsoft.com/office/drawing/2014/main" id="{E1DD2FC2-EF58-7B29-D911-4B30DB8A6016}"/>
                  </a:ext>
                </a:extLst>
              </p:cNvPr>
              <p:cNvSpPr>
                <a:spLocks noChangeArrowheads="1"/>
              </p:cNvSpPr>
              <p:nvPr/>
            </p:nvSpPr>
            <p:spPr bwMode="auto">
              <a:xfrm>
                <a:off x="432" y="1008"/>
                <a:ext cx="432" cy="96"/>
              </a:xfrm>
              <a:prstGeom prst="rightArrow">
                <a:avLst>
                  <a:gd name="adj1" fmla="val 50000"/>
                  <a:gd name="adj2" fmla="val 112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0988" name="Text Box 15">
                <a:extLst>
                  <a:ext uri="{FF2B5EF4-FFF2-40B4-BE49-F238E27FC236}">
                    <a16:creationId xmlns:a16="http://schemas.microsoft.com/office/drawing/2014/main" id="{E64EDE98-123F-4D86-5641-9FAE8A5C00F1}"/>
                  </a:ext>
                </a:extLst>
              </p:cNvPr>
              <p:cNvSpPr txBox="1">
                <a:spLocks noChangeArrowheads="1"/>
              </p:cNvSpPr>
              <p:nvPr/>
            </p:nvSpPr>
            <p:spPr bwMode="auto">
              <a:xfrm>
                <a:off x="912" y="91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latin typeface="Comic Sans MS" panose="030F0902030302020204" pitchFamily="66" charset="0"/>
                  </a:rPr>
                  <a:t>D</a:t>
                </a:r>
              </a:p>
            </p:txBody>
          </p:sp>
          <p:sp>
            <p:nvSpPr>
              <p:cNvPr id="40989" name="Text Box 16">
                <a:extLst>
                  <a:ext uri="{FF2B5EF4-FFF2-40B4-BE49-F238E27FC236}">
                    <a16:creationId xmlns:a16="http://schemas.microsoft.com/office/drawing/2014/main" id="{2632C4E8-DF6C-FFE4-70F5-1177A3D93812}"/>
                  </a:ext>
                </a:extLst>
              </p:cNvPr>
              <p:cNvSpPr txBox="1">
                <a:spLocks noChangeArrowheads="1"/>
              </p:cNvSpPr>
              <p:nvPr/>
            </p:nvSpPr>
            <p:spPr bwMode="auto">
              <a:xfrm>
                <a:off x="1776" y="912"/>
                <a:ext cx="8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latin typeface="Comic Sans MS" panose="030F0902030302020204" pitchFamily="66" charset="0"/>
                  </a:rPr>
                  <a:t>ΔG°</a:t>
                </a:r>
                <a:r>
                  <a:rPr lang="it-IT" altLang="it-IT" sz="2400" b="1" baseline="30000">
                    <a:latin typeface="Comic Sans MS" panose="030F0902030302020204" pitchFamily="66" charset="0"/>
                  </a:rPr>
                  <a:t>1</a:t>
                </a:r>
                <a:r>
                  <a:rPr lang="it-IT" altLang="it-IT" sz="2400" b="1" baseline="-25000">
                    <a:latin typeface="Comic Sans MS" panose="030F0902030302020204" pitchFamily="66" charset="0"/>
                  </a:rPr>
                  <a:t>3</a:t>
                </a:r>
              </a:p>
            </p:txBody>
          </p:sp>
        </p:grpSp>
        <p:grpSp>
          <p:nvGrpSpPr>
            <p:cNvPr id="40964" name="Group 17">
              <a:extLst>
                <a:ext uri="{FF2B5EF4-FFF2-40B4-BE49-F238E27FC236}">
                  <a16:creationId xmlns:a16="http://schemas.microsoft.com/office/drawing/2014/main" id="{5346FCC6-DC12-5649-1C16-17EA341F3953}"/>
                </a:ext>
              </a:extLst>
            </p:cNvPr>
            <p:cNvGrpSpPr>
              <a:grpSpLocks/>
            </p:cNvGrpSpPr>
            <p:nvPr/>
          </p:nvGrpSpPr>
          <p:grpSpPr bwMode="auto">
            <a:xfrm>
              <a:off x="0" y="2273"/>
              <a:ext cx="5760" cy="1066"/>
              <a:chOff x="0" y="1049"/>
              <a:chExt cx="5760" cy="1066"/>
            </a:xfrm>
          </p:grpSpPr>
          <p:grpSp>
            <p:nvGrpSpPr>
              <p:cNvPr id="40965" name="Group 18">
                <a:extLst>
                  <a:ext uri="{FF2B5EF4-FFF2-40B4-BE49-F238E27FC236}">
                    <a16:creationId xmlns:a16="http://schemas.microsoft.com/office/drawing/2014/main" id="{EDAF40D3-4052-FE34-D2ED-B0FB800A6E87}"/>
                  </a:ext>
                </a:extLst>
              </p:cNvPr>
              <p:cNvGrpSpPr>
                <a:grpSpLocks/>
              </p:cNvGrpSpPr>
              <p:nvPr/>
            </p:nvGrpSpPr>
            <p:grpSpPr bwMode="auto">
              <a:xfrm>
                <a:off x="0" y="1049"/>
                <a:ext cx="5760" cy="1066"/>
                <a:chOff x="0" y="1200"/>
                <a:chExt cx="5760" cy="1066"/>
              </a:xfrm>
            </p:grpSpPr>
            <p:sp>
              <p:nvSpPr>
                <p:cNvPr id="39955" name="Text Box 19">
                  <a:extLst>
                    <a:ext uri="{FF2B5EF4-FFF2-40B4-BE49-F238E27FC236}">
                      <a16:creationId xmlns:a16="http://schemas.microsoft.com/office/drawing/2014/main" id="{4DFFA8D3-4F0A-2440-982B-C612B94191EC}"/>
                    </a:ext>
                  </a:extLst>
                </p:cNvPr>
                <p:cNvSpPr txBox="1">
                  <a:spLocks noChangeArrowheads="1"/>
                </p:cNvSpPr>
                <p:nvPr/>
              </p:nvSpPr>
              <p:spPr bwMode="auto">
                <a:xfrm>
                  <a:off x="1632" y="1440"/>
                  <a:ext cx="480" cy="250"/>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a:solidFill>
                        <a:schemeClr val="accent2"/>
                      </a:solidFill>
                      <a:effectLst>
                        <a:outerShdw blurRad="38100" dist="38100" dir="2700000" algn="tl">
                          <a:srgbClr val="000000"/>
                        </a:outerShdw>
                      </a:effectLst>
                      <a:latin typeface="Comic Sans MS" panose="030F0902030302020204" pitchFamily="66" charset="0"/>
                    </a:rPr>
                    <a:t>ΔG°</a:t>
                  </a:r>
                  <a:r>
                    <a:rPr lang="it-IT" altLang="it-IT" sz="2000" baseline="30000">
                      <a:solidFill>
                        <a:schemeClr val="accent2"/>
                      </a:solidFill>
                      <a:effectLst>
                        <a:outerShdw blurRad="38100" dist="38100" dir="2700000" algn="tl">
                          <a:srgbClr val="000000"/>
                        </a:outerShdw>
                      </a:effectLst>
                      <a:latin typeface="Comic Sans MS" panose="030F0902030302020204" pitchFamily="66" charset="0"/>
                    </a:rPr>
                    <a:t>1</a:t>
                  </a:r>
                  <a:endParaRPr lang="it-IT" altLang="it-IT" sz="2000" baseline="-25000">
                    <a:solidFill>
                      <a:schemeClr val="accent2"/>
                    </a:solidFill>
                    <a:effectLst>
                      <a:outerShdw blurRad="38100" dist="38100" dir="2700000" algn="tl">
                        <a:srgbClr val="000000"/>
                      </a:outerShdw>
                    </a:effectLst>
                    <a:latin typeface="Comic Sans MS" panose="030F0902030302020204" pitchFamily="66" charset="0"/>
                  </a:endParaRPr>
                </a:p>
              </p:txBody>
            </p:sp>
            <p:grpSp>
              <p:nvGrpSpPr>
                <p:cNvPr id="40968" name="Group 20">
                  <a:extLst>
                    <a:ext uri="{FF2B5EF4-FFF2-40B4-BE49-F238E27FC236}">
                      <a16:creationId xmlns:a16="http://schemas.microsoft.com/office/drawing/2014/main" id="{3FC3F15A-F0CA-9499-8E30-9C1366878830}"/>
                    </a:ext>
                  </a:extLst>
                </p:cNvPr>
                <p:cNvGrpSpPr>
                  <a:grpSpLocks/>
                </p:cNvGrpSpPr>
                <p:nvPr/>
              </p:nvGrpSpPr>
              <p:grpSpPr bwMode="auto">
                <a:xfrm>
                  <a:off x="0" y="1200"/>
                  <a:ext cx="5760" cy="1066"/>
                  <a:chOff x="0" y="1392"/>
                  <a:chExt cx="5760" cy="1066"/>
                </a:xfrm>
              </p:grpSpPr>
              <p:sp>
                <p:nvSpPr>
                  <p:cNvPr id="39957" name="Text Box 21">
                    <a:extLst>
                      <a:ext uri="{FF2B5EF4-FFF2-40B4-BE49-F238E27FC236}">
                        <a16:creationId xmlns:a16="http://schemas.microsoft.com/office/drawing/2014/main" id="{24119259-83B3-61FF-3CD5-2F29FA4FCFE9}"/>
                      </a:ext>
                    </a:extLst>
                  </p:cNvPr>
                  <p:cNvSpPr txBox="1">
                    <a:spLocks noChangeArrowheads="1"/>
                  </p:cNvSpPr>
                  <p:nvPr/>
                </p:nvSpPr>
                <p:spPr bwMode="auto">
                  <a:xfrm>
                    <a:off x="0" y="1440"/>
                    <a:ext cx="2400" cy="250"/>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a:effectLst>
                          <a:outerShdw blurRad="38100" dist="38100" dir="2700000" algn="tl">
                            <a:srgbClr val="000000"/>
                          </a:outerShdw>
                        </a:effectLst>
                        <a:latin typeface="Comic Sans MS" panose="030F0902030302020204" pitchFamily="66" charset="0"/>
                      </a:rPr>
                      <a:t>La somma di queste reazioni è</a:t>
                    </a:r>
                  </a:p>
                </p:txBody>
              </p:sp>
              <p:sp>
                <p:nvSpPr>
                  <p:cNvPr id="39958" name="Text Box 22">
                    <a:extLst>
                      <a:ext uri="{FF2B5EF4-FFF2-40B4-BE49-F238E27FC236}">
                        <a16:creationId xmlns:a16="http://schemas.microsoft.com/office/drawing/2014/main" id="{DB0F5A63-7A45-A034-1BFF-A07F16C9CF00}"/>
                      </a:ext>
                    </a:extLst>
                  </p:cNvPr>
                  <p:cNvSpPr txBox="1">
                    <a:spLocks noChangeArrowheads="1"/>
                  </p:cNvSpPr>
                  <p:nvPr/>
                </p:nvSpPr>
                <p:spPr bwMode="auto">
                  <a:xfrm>
                    <a:off x="2304" y="1430"/>
                    <a:ext cx="336" cy="28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A</a:t>
                    </a:r>
                  </a:p>
                </p:txBody>
              </p:sp>
              <p:sp>
                <p:nvSpPr>
                  <p:cNvPr id="40971" name="AutoShape 23">
                    <a:extLst>
                      <a:ext uri="{FF2B5EF4-FFF2-40B4-BE49-F238E27FC236}">
                        <a16:creationId xmlns:a16="http://schemas.microsoft.com/office/drawing/2014/main" id="{8C661C7B-28AF-3905-6297-BD61261BFBCE}"/>
                      </a:ext>
                    </a:extLst>
                  </p:cNvPr>
                  <p:cNvSpPr>
                    <a:spLocks noChangeArrowheads="1"/>
                  </p:cNvSpPr>
                  <p:nvPr/>
                </p:nvSpPr>
                <p:spPr bwMode="auto">
                  <a:xfrm>
                    <a:off x="2592" y="1526"/>
                    <a:ext cx="432" cy="96"/>
                  </a:xfrm>
                  <a:prstGeom prst="rightArrow">
                    <a:avLst>
                      <a:gd name="adj1" fmla="val 50000"/>
                      <a:gd name="adj2" fmla="val 112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39960" name="Text Box 24">
                    <a:extLst>
                      <a:ext uri="{FF2B5EF4-FFF2-40B4-BE49-F238E27FC236}">
                        <a16:creationId xmlns:a16="http://schemas.microsoft.com/office/drawing/2014/main" id="{4BD94F40-0300-3F75-B816-752A281363DF}"/>
                      </a:ext>
                    </a:extLst>
                  </p:cNvPr>
                  <p:cNvSpPr txBox="1">
                    <a:spLocks noChangeArrowheads="1"/>
                  </p:cNvSpPr>
                  <p:nvPr/>
                </p:nvSpPr>
                <p:spPr bwMode="auto">
                  <a:xfrm>
                    <a:off x="3072" y="1430"/>
                    <a:ext cx="336" cy="28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D</a:t>
                    </a:r>
                  </a:p>
                </p:txBody>
              </p:sp>
              <p:sp>
                <p:nvSpPr>
                  <p:cNvPr id="39961" name="Text Box 25">
                    <a:extLst>
                      <a:ext uri="{FF2B5EF4-FFF2-40B4-BE49-F238E27FC236}">
                        <a16:creationId xmlns:a16="http://schemas.microsoft.com/office/drawing/2014/main" id="{AED4F4B9-4EF8-1CC0-6D6A-DB168159C00B}"/>
                      </a:ext>
                    </a:extLst>
                  </p:cNvPr>
                  <p:cNvSpPr txBox="1">
                    <a:spLocks noChangeArrowheads="1"/>
                  </p:cNvSpPr>
                  <p:nvPr/>
                </p:nvSpPr>
                <p:spPr bwMode="auto">
                  <a:xfrm>
                    <a:off x="3936" y="1392"/>
                    <a:ext cx="864" cy="288"/>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b="1">
                        <a:effectLst>
                          <a:outerShdw blurRad="38100" dist="38100" dir="2700000" algn="tl">
                            <a:srgbClr val="000000"/>
                          </a:outerShdw>
                        </a:effectLst>
                        <a:latin typeface="Comic Sans MS" panose="030F0902030302020204" pitchFamily="66" charset="0"/>
                      </a:rPr>
                      <a:t>ΔG°</a:t>
                    </a:r>
                    <a:r>
                      <a:rPr lang="it-IT" altLang="it-IT" b="1" baseline="30000">
                        <a:effectLst>
                          <a:outerShdw blurRad="38100" dist="38100" dir="2700000" algn="tl">
                            <a:srgbClr val="000000"/>
                          </a:outerShdw>
                        </a:effectLst>
                        <a:latin typeface="Comic Sans MS" panose="030F0902030302020204" pitchFamily="66" charset="0"/>
                      </a:rPr>
                      <a:t>1</a:t>
                    </a:r>
                    <a:r>
                      <a:rPr lang="it-IT" altLang="it-IT" b="1" baseline="-25000">
                        <a:effectLst>
                          <a:outerShdw blurRad="38100" dist="38100" dir="2700000" algn="tl">
                            <a:srgbClr val="000000"/>
                          </a:outerShdw>
                        </a:effectLst>
                        <a:latin typeface="Comic Sans MS" panose="030F0902030302020204" pitchFamily="66" charset="0"/>
                      </a:rPr>
                      <a:t>s</a:t>
                    </a:r>
                  </a:p>
                </p:txBody>
              </p:sp>
              <p:sp>
                <p:nvSpPr>
                  <p:cNvPr id="39962" name="Text Box 26">
                    <a:extLst>
                      <a:ext uri="{FF2B5EF4-FFF2-40B4-BE49-F238E27FC236}">
                        <a16:creationId xmlns:a16="http://schemas.microsoft.com/office/drawing/2014/main" id="{352971A5-DA81-B2A9-6B97-98595CA02B3C}"/>
                      </a:ext>
                    </a:extLst>
                  </p:cNvPr>
                  <p:cNvSpPr txBox="1">
                    <a:spLocks noChangeArrowheads="1"/>
                  </p:cNvSpPr>
                  <p:nvPr/>
                </p:nvSpPr>
                <p:spPr bwMode="auto">
                  <a:xfrm>
                    <a:off x="3264" y="1440"/>
                    <a:ext cx="576" cy="250"/>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a:effectLst>
                          <a:outerShdw blurRad="38100" dist="38100" dir="2700000" algn="tl">
                            <a:srgbClr val="000000"/>
                          </a:outerShdw>
                        </a:effectLst>
                        <a:latin typeface="Comic Sans MS" panose="030F0902030302020204" pitchFamily="66" charset="0"/>
                      </a:rPr>
                      <a:t>il cui</a:t>
                    </a:r>
                    <a:r>
                      <a:rPr lang="it-IT" altLang="it-IT" sz="2000" b="1">
                        <a:solidFill>
                          <a:schemeClr val="accent2"/>
                        </a:solidFill>
                        <a:effectLst>
                          <a:outerShdw blurRad="38100" dist="38100" dir="2700000" algn="tl">
                            <a:srgbClr val="000000"/>
                          </a:outerShdw>
                        </a:effectLst>
                        <a:latin typeface="Comic Sans MS" panose="030F0902030302020204" pitchFamily="66" charset="0"/>
                      </a:rPr>
                      <a:t> </a:t>
                    </a:r>
                  </a:p>
                </p:txBody>
              </p:sp>
              <p:sp>
                <p:nvSpPr>
                  <p:cNvPr id="39963" name="Text Box 27">
                    <a:extLst>
                      <a:ext uri="{FF2B5EF4-FFF2-40B4-BE49-F238E27FC236}">
                        <a16:creationId xmlns:a16="http://schemas.microsoft.com/office/drawing/2014/main" id="{DF16B56A-DAB2-5665-E2B3-3B87A6643EB7}"/>
                      </a:ext>
                    </a:extLst>
                  </p:cNvPr>
                  <p:cNvSpPr txBox="1">
                    <a:spLocks noChangeArrowheads="1"/>
                  </p:cNvSpPr>
                  <p:nvPr/>
                </p:nvSpPr>
                <p:spPr bwMode="auto">
                  <a:xfrm>
                    <a:off x="4608" y="1392"/>
                    <a:ext cx="1152" cy="250"/>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a:effectLst>
                          <a:outerShdw blurRad="38100" dist="38100" dir="2700000" algn="tl">
                            <a:srgbClr val="000000"/>
                          </a:outerShdw>
                        </a:effectLst>
                        <a:latin typeface="Comic Sans MS" panose="030F0902030302020204" pitchFamily="66" charset="0"/>
                      </a:rPr>
                      <a:t>è la somma</a:t>
                    </a:r>
                  </a:p>
                </p:txBody>
              </p:sp>
              <p:sp>
                <p:nvSpPr>
                  <p:cNvPr id="39964" name="Text Box 28">
                    <a:extLst>
                      <a:ext uri="{FF2B5EF4-FFF2-40B4-BE49-F238E27FC236}">
                        <a16:creationId xmlns:a16="http://schemas.microsoft.com/office/drawing/2014/main" id="{E9BF1F82-83ED-0CFE-1BAD-62BB35EF2E13}"/>
                      </a:ext>
                    </a:extLst>
                  </p:cNvPr>
                  <p:cNvSpPr txBox="1">
                    <a:spLocks noChangeArrowheads="1"/>
                  </p:cNvSpPr>
                  <p:nvPr/>
                </p:nvSpPr>
                <p:spPr bwMode="auto">
                  <a:xfrm>
                    <a:off x="0" y="1642"/>
                    <a:ext cx="4608" cy="250"/>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dirty="0">
                        <a:effectLst>
                          <a:outerShdw blurRad="38100" dist="38100" dir="2700000" algn="tl">
                            <a:srgbClr val="000000"/>
                          </a:outerShdw>
                        </a:effectLst>
                        <a:latin typeface="Comic Sans MS" panose="030F0902030302020204" pitchFamily="66" charset="0"/>
                      </a:rPr>
                      <a:t>algebrica dei valori di     </a:t>
                    </a:r>
                    <a:r>
                      <a:rPr lang="it-IT" altLang="it-IT" sz="2000" baseline="30000" dirty="0">
                        <a:solidFill>
                          <a:schemeClr val="accent6"/>
                        </a:solidFill>
                        <a:effectLst>
                          <a:outerShdw blurRad="38100" dist="38100" dir="2700000" algn="tl">
                            <a:srgbClr val="000000"/>
                          </a:outerShdw>
                        </a:effectLst>
                        <a:latin typeface="Comic Sans MS" panose="030F0902030302020204" pitchFamily="66" charset="0"/>
                      </a:rPr>
                      <a:t>0</a:t>
                    </a:r>
                    <a:r>
                      <a:rPr lang="it-IT" altLang="it-IT" sz="2000" dirty="0">
                        <a:effectLst>
                          <a:outerShdw blurRad="38100" dist="38100" dir="2700000" algn="tl">
                            <a:srgbClr val="000000"/>
                          </a:outerShdw>
                        </a:effectLst>
                        <a:latin typeface="Comic Sans MS" panose="030F0902030302020204" pitchFamily="66" charset="0"/>
                      </a:rPr>
                      <a:t> </a:t>
                    </a:r>
                    <a:r>
                      <a:rPr lang="it-IT" altLang="it-IT" sz="2000" baseline="-25000" dirty="0">
                        <a:solidFill>
                          <a:schemeClr val="accent6"/>
                        </a:solidFill>
                        <a:effectLst>
                          <a:outerShdw blurRad="38100" dist="38100" dir="2700000" algn="tl">
                            <a:srgbClr val="000000"/>
                          </a:outerShdw>
                        </a:effectLst>
                        <a:latin typeface="Comic Sans MS" panose="030F0902030302020204" pitchFamily="66" charset="0"/>
                      </a:rPr>
                      <a:t>1</a:t>
                    </a:r>
                    <a:r>
                      <a:rPr lang="it-IT" altLang="it-IT" sz="2000" dirty="0">
                        <a:effectLst>
                          <a:outerShdw blurRad="38100" dist="38100" dir="2700000" algn="tl">
                            <a:srgbClr val="000000"/>
                          </a:outerShdw>
                        </a:effectLst>
                        <a:latin typeface="Comic Sans MS" panose="030F0902030302020204" pitchFamily="66" charset="0"/>
                      </a:rPr>
                      <a:t>  delle tappe individuali</a:t>
                    </a:r>
                  </a:p>
                </p:txBody>
              </p:sp>
              <p:sp>
                <p:nvSpPr>
                  <p:cNvPr id="39965" name="Text Box 29">
                    <a:extLst>
                      <a:ext uri="{FF2B5EF4-FFF2-40B4-BE49-F238E27FC236}">
                        <a16:creationId xmlns:a16="http://schemas.microsoft.com/office/drawing/2014/main" id="{A99CCE2B-5C9C-6EC6-EF8A-539E3EC4B0AF}"/>
                      </a:ext>
                    </a:extLst>
                  </p:cNvPr>
                  <p:cNvSpPr txBox="1">
                    <a:spLocks noChangeArrowheads="1"/>
                  </p:cNvSpPr>
                  <p:nvPr/>
                </p:nvSpPr>
                <p:spPr bwMode="auto">
                  <a:xfrm>
                    <a:off x="0" y="1824"/>
                    <a:ext cx="5568" cy="634"/>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dirty="0">
                        <a:effectLst>
                          <a:outerShdw blurRad="38100" dist="38100" dir="2700000" algn="tl">
                            <a:srgbClr val="000000"/>
                          </a:outerShdw>
                        </a:effectLst>
                        <a:latin typeface="Comic Sans MS" panose="030F0902030302020204" pitchFamily="66" charset="0"/>
                      </a:rPr>
                      <a:t>L</a:t>
                    </a:r>
                    <a:r>
                      <a:rPr lang="ja-JP" altLang="it-IT" sz="2000">
                        <a:effectLst>
                          <a:outerShdw blurRad="38100" dist="38100" dir="2700000" algn="tl">
                            <a:srgbClr val="000000"/>
                          </a:outerShdw>
                        </a:effectLst>
                        <a:latin typeface="Comic Sans MS" panose="030F0902030302020204" pitchFamily="66" charset="0"/>
                      </a:rPr>
                      <a:t>’</a:t>
                    </a:r>
                    <a:r>
                      <a:rPr lang="it-IT" altLang="ja-JP" sz="2000" dirty="0">
                        <a:effectLst>
                          <a:outerShdw blurRad="38100" dist="38100" dir="2700000" algn="tl">
                            <a:srgbClr val="000000"/>
                          </a:outerShdw>
                        </a:effectLst>
                        <a:latin typeface="Comic Sans MS" panose="030F0902030302020204" pitchFamily="66" charset="0"/>
                      </a:rPr>
                      <a:t>additività dei valori di            riveste una </a:t>
                    </a:r>
                    <a:r>
                      <a:rPr lang="it-IT" altLang="ja-JP" sz="1800" dirty="0">
                        <a:effectLst>
                          <a:outerShdw blurRad="38100" dist="38100" dir="2700000" algn="tl">
                            <a:srgbClr val="000000"/>
                          </a:outerShdw>
                        </a:effectLst>
                        <a:latin typeface="Comic Sans MS" panose="030F0902030302020204" pitchFamily="66" charset="0"/>
                      </a:rPr>
                      <a:t>importanza</a:t>
                    </a:r>
                    <a:r>
                      <a:rPr lang="it-IT" altLang="ja-JP" sz="2000" dirty="0">
                        <a:effectLst>
                          <a:outerShdw blurRad="38100" dist="38100" dir="2700000" algn="tl">
                            <a:srgbClr val="000000"/>
                          </a:outerShdw>
                        </a:effectLst>
                        <a:latin typeface="Comic Sans MS" panose="030F0902030302020204" pitchFamily="66" charset="0"/>
                      </a:rPr>
                      <a:t> enorme. Negli organismi viventi parallelamente a processi catabolici esoergonici hanno luogo reazioni endoergoniche.</a:t>
                    </a:r>
                    <a:endParaRPr lang="it-IT" altLang="it-IT" sz="2000" dirty="0">
                      <a:effectLst>
                        <a:outerShdw blurRad="38100" dist="38100" dir="2700000" algn="tl">
                          <a:srgbClr val="000000"/>
                        </a:outerShdw>
                      </a:effectLst>
                      <a:latin typeface="Comic Sans MS" panose="030F0902030302020204" pitchFamily="66" charset="0"/>
                    </a:endParaRPr>
                  </a:p>
                </p:txBody>
              </p:sp>
            </p:grpSp>
          </p:grpSp>
          <p:sp>
            <p:nvSpPr>
              <p:cNvPr id="39966" name="Text Box 30">
                <a:extLst>
                  <a:ext uri="{FF2B5EF4-FFF2-40B4-BE49-F238E27FC236}">
                    <a16:creationId xmlns:a16="http://schemas.microsoft.com/office/drawing/2014/main" id="{64D42B75-AD4B-6EC6-A3AC-6E689AEE1B3C}"/>
                  </a:ext>
                </a:extLst>
              </p:cNvPr>
              <p:cNvSpPr txBox="1">
                <a:spLocks noChangeArrowheads="1"/>
              </p:cNvSpPr>
              <p:nvPr/>
            </p:nvSpPr>
            <p:spPr bwMode="auto">
              <a:xfrm>
                <a:off x="1946" y="1488"/>
                <a:ext cx="480" cy="250"/>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dirty="0">
                    <a:effectLst>
                      <a:outerShdw blurRad="38100" dist="38100" dir="2700000" algn="tl">
                        <a:srgbClr val="000000"/>
                      </a:outerShdw>
                    </a:effectLst>
                    <a:latin typeface="Comic Sans MS" panose="030F0902030302020204" pitchFamily="66" charset="0"/>
                  </a:rPr>
                  <a:t>ΔG°</a:t>
                </a:r>
                <a:r>
                  <a:rPr lang="it-IT" altLang="it-IT" sz="2000" baseline="30000" dirty="0">
                    <a:effectLst>
                      <a:outerShdw blurRad="38100" dist="38100" dir="2700000" algn="tl">
                        <a:srgbClr val="000000"/>
                      </a:outerShdw>
                    </a:effectLst>
                    <a:latin typeface="Comic Sans MS" panose="030F0902030302020204" pitchFamily="66" charset="0"/>
                  </a:rPr>
                  <a:t>1</a:t>
                </a:r>
                <a:endParaRPr lang="it-IT" altLang="it-IT" sz="2000" baseline="-25000" dirty="0">
                  <a:effectLst>
                    <a:outerShdw blurRad="38100" dist="38100" dir="2700000" algn="tl">
                      <a:srgbClr val="000000"/>
                    </a:outerShdw>
                  </a:effectLst>
                  <a:latin typeface="Comic Sans MS" panose="030F0902030302020204" pitchFamily="66"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09" name="Gruppo 4">
            <a:extLst>
              <a:ext uri="{FF2B5EF4-FFF2-40B4-BE49-F238E27FC236}">
                <a16:creationId xmlns:a16="http://schemas.microsoft.com/office/drawing/2014/main" id="{872EEC38-3033-72BD-1850-1D8CF06C3FF1}"/>
              </a:ext>
            </a:extLst>
          </p:cNvPr>
          <p:cNvGrpSpPr>
            <a:grpSpLocks/>
          </p:cNvGrpSpPr>
          <p:nvPr/>
        </p:nvGrpSpPr>
        <p:grpSpPr bwMode="auto">
          <a:xfrm>
            <a:off x="-36513" y="620713"/>
            <a:ext cx="9332913" cy="5487987"/>
            <a:chOff x="-36514" y="621032"/>
            <a:chExt cx="9332914" cy="5488139"/>
          </a:xfrm>
        </p:grpSpPr>
        <p:grpSp>
          <p:nvGrpSpPr>
            <p:cNvPr id="43010" name="Group 2">
              <a:extLst>
                <a:ext uri="{FF2B5EF4-FFF2-40B4-BE49-F238E27FC236}">
                  <a16:creationId xmlns:a16="http://schemas.microsoft.com/office/drawing/2014/main" id="{B4A1DB9E-EE9C-8C44-35C0-3CA741E1F712}"/>
                </a:ext>
              </a:extLst>
            </p:cNvPr>
            <p:cNvGrpSpPr>
              <a:grpSpLocks/>
            </p:cNvGrpSpPr>
            <p:nvPr/>
          </p:nvGrpSpPr>
          <p:grpSpPr bwMode="auto">
            <a:xfrm>
              <a:off x="0" y="621032"/>
              <a:ext cx="9296400" cy="2301875"/>
              <a:chOff x="0" y="96"/>
              <a:chExt cx="5856" cy="1450"/>
            </a:xfrm>
          </p:grpSpPr>
          <p:sp>
            <p:nvSpPr>
              <p:cNvPr id="43041" name="Text Box 3">
                <a:extLst>
                  <a:ext uri="{FF2B5EF4-FFF2-40B4-BE49-F238E27FC236}">
                    <a16:creationId xmlns:a16="http://schemas.microsoft.com/office/drawing/2014/main" id="{5CFFC594-809D-E249-2EEC-51271DA6A33A}"/>
                  </a:ext>
                </a:extLst>
              </p:cNvPr>
              <p:cNvSpPr txBox="1">
                <a:spLocks noChangeArrowheads="1"/>
              </p:cNvSpPr>
              <p:nvPr/>
            </p:nvSpPr>
            <p:spPr bwMode="auto">
              <a:xfrm>
                <a:off x="96" y="96"/>
                <a:ext cx="5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latin typeface="Comic Sans MS" panose="030F0902030302020204" pitchFamily="66" charset="0"/>
                  </a:rPr>
                  <a:t>NELLA CELLULA ABBIAMO SERIE DI REAZIONI SEQUENZIALI :</a:t>
                </a:r>
              </a:p>
            </p:txBody>
          </p:sp>
          <p:grpSp>
            <p:nvGrpSpPr>
              <p:cNvPr id="43042" name="Group 4">
                <a:extLst>
                  <a:ext uri="{FF2B5EF4-FFF2-40B4-BE49-F238E27FC236}">
                    <a16:creationId xmlns:a16="http://schemas.microsoft.com/office/drawing/2014/main" id="{843D9E71-6A76-DA7B-5226-BAB9FCA51B63}"/>
                  </a:ext>
                </a:extLst>
              </p:cNvPr>
              <p:cNvGrpSpPr>
                <a:grpSpLocks/>
              </p:cNvGrpSpPr>
              <p:nvPr/>
            </p:nvGrpSpPr>
            <p:grpSpPr bwMode="auto">
              <a:xfrm>
                <a:off x="1008" y="364"/>
                <a:ext cx="3168" cy="260"/>
                <a:chOff x="0" y="422"/>
                <a:chExt cx="3168" cy="260"/>
              </a:xfrm>
            </p:grpSpPr>
            <p:sp>
              <p:nvSpPr>
                <p:cNvPr id="120837" name="Text Box 5">
                  <a:extLst>
                    <a:ext uri="{FF2B5EF4-FFF2-40B4-BE49-F238E27FC236}">
                      <a16:creationId xmlns:a16="http://schemas.microsoft.com/office/drawing/2014/main" id="{75BC01B6-F898-4970-9C55-5C76F722A280}"/>
                    </a:ext>
                  </a:extLst>
                </p:cNvPr>
                <p:cNvSpPr txBox="1">
                  <a:spLocks noChangeArrowheads="1"/>
                </p:cNvSpPr>
                <p:nvPr/>
              </p:nvSpPr>
              <p:spPr bwMode="auto">
                <a:xfrm>
                  <a:off x="0" y="432"/>
                  <a:ext cx="336" cy="250"/>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a:effectLst>
                        <a:outerShdw blurRad="38100" dist="38100" dir="2700000" algn="tl">
                          <a:srgbClr val="000000"/>
                        </a:outerShdw>
                      </a:effectLst>
                      <a:latin typeface="Comic Sans MS" panose="030F0902030302020204" pitchFamily="66" charset="0"/>
                    </a:rPr>
                    <a:t>A</a:t>
                  </a:r>
                </a:p>
              </p:txBody>
            </p:sp>
            <p:sp>
              <p:nvSpPr>
                <p:cNvPr id="43045" name="AutoShape 6">
                  <a:extLst>
                    <a:ext uri="{FF2B5EF4-FFF2-40B4-BE49-F238E27FC236}">
                      <a16:creationId xmlns:a16="http://schemas.microsoft.com/office/drawing/2014/main" id="{CDA50985-BDEB-1550-8A8C-68F31D24E6CA}"/>
                    </a:ext>
                  </a:extLst>
                </p:cNvPr>
                <p:cNvSpPr>
                  <a:spLocks noChangeArrowheads="1"/>
                </p:cNvSpPr>
                <p:nvPr/>
              </p:nvSpPr>
              <p:spPr bwMode="auto">
                <a:xfrm>
                  <a:off x="288" y="528"/>
                  <a:ext cx="336" cy="96"/>
                </a:xfrm>
                <a:prstGeom prst="rightArrow">
                  <a:avLst>
                    <a:gd name="adj1" fmla="val 50000"/>
                    <a:gd name="adj2" fmla="val 87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3046" name="Text Box 7">
                  <a:extLst>
                    <a:ext uri="{FF2B5EF4-FFF2-40B4-BE49-F238E27FC236}">
                      <a16:creationId xmlns:a16="http://schemas.microsoft.com/office/drawing/2014/main" id="{B4023FC8-1C0F-8F2D-63C3-44FC8BA2A976}"/>
                    </a:ext>
                  </a:extLst>
                </p:cNvPr>
                <p:cNvSpPr txBox="1">
                  <a:spLocks noChangeArrowheads="1"/>
                </p:cNvSpPr>
                <p:nvPr/>
              </p:nvSpPr>
              <p:spPr bwMode="auto">
                <a:xfrm>
                  <a:off x="624" y="43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latin typeface="Comic Sans MS" panose="030F0902030302020204" pitchFamily="66" charset="0"/>
                    </a:rPr>
                    <a:t>B</a:t>
                  </a:r>
                </a:p>
              </p:txBody>
            </p:sp>
            <p:sp>
              <p:nvSpPr>
                <p:cNvPr id="43047" name="AutoShape 8">
                  <a:extLst>
                    <a:ext uri="{FF2B5EF4-FFF2-40B4-BE49-F238E27FC236}">
                      <a16:creationId xmlns:a16="http://schemas.microsoft.com/office/drawing/2014/main" id="{75C16AE8-BDAB-E6A4-2566-36E284B44B38}"/>
                    </a:ext>
                  </a:extLst>
                </p:cNvPr>
                <p:cNvSpPr>
                  <a:spLocks noChangeArrowheads="1"/>
                </p:cNvSpPr>
                <p:nvPr/>
              </p:nvSpPr>
              <p:spPr bwMode="auto">
                <a:xfrm>
                  <a:off x="864" y="528"/>
                  <a:ext cx="336" cy="96"/>
                </a:xfrm>
                <a:prstGeom prst="rightArrow">
                  <a:avLst>
                    <a:gd name="adj1" fmla="val 50000"/>
                    <a:gd name="adj2" fmla="val 87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3048" name="Text Box 9">
                  <a:extLst>
                    <a:ext uri="{FF2B5EF4-FFF2-40B4-BE49-F238E27FC236}">
                      <a16:creationId xmlns:a16="http://schemas.microsoft.com/office/drawing/2014/main" id="{3A2B397C-EA3E-3E1D-BC5C-2539CCF023D2}"/>
                    </a:ext>
                  </a:extLst>
                </p:cNvPr>
                <p:cNvSpPr txBox="1">
                  <a:spLocks noChangeArrowheads="1"/>
                </p:cNvSpPr>
                <p:nvPr/>
              </p:nvSpPr>
              <p:spPr bwMode="auto">
                <a:xfrm>
                  <a:off x="1200" y="43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latin typeface="Comic Sans MS" panose="030F0902030302020204" pitchFamily="66" charset="0"/>
                    </a:rPr>
                    <a:t>C</a:t>
                  </a:r>
                </a:p>
              </p:txBody>
            </p:sp>
            <p:sp>
              <p:nvSpPr>
                <p:cNvPr id="43049" name="AutoShape 10">
                  <a:extLst>
                    <a:ext uri="{FF2B5EF4-FFF2-40B4-BE49-F238E27FC236}">
                      <a16:creationId xmlns:a16="http://schemas.microsoft.com/office/drawing/2014/main" id="{6AF1A3E3-4EB9-AF0C-1602-8FD05E98F4E8}"/>
                    </a:ext>
                  </a:extLst>
                </p:cNvPr>
                <p:cNvSpPr>
                  <a:spLocks noChangeArrowheads="1"/>
                </p:cNvSpPr>
                <p:nvPr/>
              </p:nvSpPr>
              <p:spPr bwMode="auto">
                <a:xfrm>
                  <a:off x="1440" y="518"/>
                  <a:ext cx="336" cy="96"/>
                </a:xfrm>
                <a:prstGeom prst="rightArrow">
                  <a:avLst>
                    <a:gd name="adj1" fmla="val 50000"/>
                    <a:gd name="adj2" fmla="val 87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3050" name="Text Box 11">
                  <a:extLst>
                    <a:ext uri="{FF2B5EF4-FFF2-40B4-BE49-F238E27FC236}">
                      <a16:creationId xmlns:a16="http://schemas.microsoft.com/office/drawing/2014/main" id="{41C7B073-526B-7817-E9AA-0CA19B10D312}"/>
                    </a:ext>
                  </a:extLst>
                </p:cNvPr>
                <p:cNvSpPr txBox="1">
                  <a:spLocks noChangeArrowheads="1"/>
                </p:cNvSpPr>
                <p:nvPr/>
              </p:nvSpPr>
              <p:spPr bwMode="auto">
                <a:xfrm>
                  <a:off x="1776" y="42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latin typeface="Comic Sans MS" panose="030F0902030302020204" pitchFamily="66" charset="0"/>
                    </a:rPr>
                    <a:t>D</a:t>
                  </a:r>
                </a:p>
              </p:txBody>
            </p:sp>
            <p:sp>
              <p:nvSpPr>
                <p:cNvPr id="43051" name="AutoShape 12">
                  <a:extLst>
                    <a:ext uri="{FF2B5EF4-FFF2-40B4-BE49-F238E27FC236}">
                      <a16:creationId xmlns:a16="http://schemas.microsoft.com/office/drawing/2014/main" id="{72C7D63F-DAD9-B338-078B-6CAF799AA6C8}"/>
                    </a:ext>
                  </a:extLst>
                </p:cNvPr>
                <p:cNvSpPr>
                  <a:spLocks noChangeArrowheads="1"/>
                </p:cNvSpPr>
                <p:nvPr/>
              </p:nvSpPr>
              <p:spPr bwMode="auto">
                <a:xfrm>
                  <a:off x="2016" y="518"/>
                  <a:ext cx="336" cy="96"/>
                </a:xfrm>
                <a:prstGeom prst="rightArrow">
                  <a:avLst>
                    <a:gd name="adj1" fmla="val 50000"/>
                    <a:gd name="adj2" fmla="val 87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3052" name="Text Box 13">
                  <a:extLst>
                    <a:ext uri="{FF2B5EF4-FFF2-40B4-BE49-F238E27FC236}">
                      <a16:creationId xmlns:a16="http://schemas.microsoft.com/office/drawing/2014/main" id="{49DDBE9E-3BBA-F315-8E24-D6513CFC4B9E}"/>
                    </a:ext>
                  </a:extLst>
                </p:cNvPr>
                <p:cNvSpPr txBox="1">
                  <a:spLocks noChangeArrowheads="1"/>
                </p:cNvSpPr>
                <p:nvPr/>
              </p:nvSpPr>
              <p:spPr bwMode="auto">
                <a:xfrm>
                  <a:off x="2352" y="42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latin typeface="Comic Sans MS" panose="030F0902030302020204" pitchFamily="66" charset="0"/>
                    </a:rPr>
                    <a:t>E</a:t>
                  </a:r>
                </a:p>
              </p:txBody>
            </p:sp>
            <p:sp>
              <p:nvSpPr>
                <p:cNvPr id="43053" name="AutoShape 14">
                  <a:extLst>
                    <a:ext uri="{FF2B5EF4-FFF2-40B4-BE49-F238E27FC236}">
                      <a16:creationId xmlns:a16="http://schemas.microsoft.com/office/drawing/2014/main" id="{ED55B8AE-D81C-C2FF-5B9A-2725AEDBF687}"/>
                    </a:ext>
                  </a:extLst>
                </p:cNvPr>
                <p:cNvSpPr>
                  <a:spLocks noChangeArrowheads="1"/>
                </p:cNvSpPr>
                <p:nvPr/>
              </p:nvSpPr>
              <p:spPr bwMode="auto">
                <a:xfrm>
                  <a:off x="2592" y="518"/>
                  <a:ext cx="336" cy="96"/>
                </a:xfrm>
                <a:prstGeom prst="rightArrow">
                  <a:avLst>
                    <a:gd name="adj1" fmla="val 50000"/>
                    <a:gd name="adj2" fmla="val 87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3054" name="Text Box 15">
                  <a:extLst>
                    <a:ext uri="{FF2B5EF4-FFF2-40B4-BE49-F238E27FC236}">
                      <a16:creationId xmlns:a16="http://schemas.microsoft.com/office/drawing/2014/main" id="{273C8FE6-DDFC-66E3-35A3-24652D04CE6D}"/>
                    </a:ext>
                  </a:extLst>
                </p:cNvPr>
                <p:cNvSpPr txBox="1">
                  <a:spLocks noChangeArrowheads="1"/>
                </p:cNvSpPr>
                <p:nvPr/>
              </p:nvSpPr>
              <p:spPr bwMode="auto">
                <a:xfrm>
                  <a:off x="2928" y="42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latin typeface="Comic Sans MS" panose="030F0902030302020204" pitchFamily="66" charset="0"/>
                    </a:rPr>
                    <a:t>P</a:t>
                  </a:r>
                </a:p>
              </p:txBody>
            </p:sp>
          </p:grpSp>
          <p:sp>
            <p:nvSpPr>
              <p:cNvPr id="43043" name="Text Box 16">
                <a:extLst>
                  <a:ext uri="{FF2B5EF4-FFF2-40B4-BE49-F238E27FC236}">
                    <a16:creationId xmlns:a16="http://schemas.microsoft.com/office/drawing/2014/main" id="{B1568D60-B26B-BBE6-BBB9-17FA082DCF2E}"/>
                  </a:ext>
                </a:extLst>
              </p:cNvPr>
              <p:cNvSpPr txBox="1">
                <a:spLocks noChangeArrowheads="1"/>
              </p:cNvSpPr>
              <p:nvPr/>
            </p:nvSpPr>
            <p:spPr bwMode="auto">
              <a:xfrm>
                <a:off x="0" y="624"/>
                <a:ext cx="5808" cy="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a:latin typeface="Comic Sans MS" panose="030F0902030302020204" pitchFamily="66" charset="0"/>
                  </a:rPr>
                  <a:t>Sarà il ΔG°</a:t>
                </a:r>
                <a:r>
                  <a:rPr lang="it-IT" altLang="it-IT" sz="2000" baseline="30000">
                    <a:latin typeface="Comic Sans MS" panose="030F0902030302020204" pitchFamily="66" charset="0"/>
                  </a:rPr>
                  <a:t>1</a:t>
                </a:r>
                <a:r>
                  <a:rPr lang="it-IT" altLang="it-IT" sz="2000">
                    <a:latin typeface="Comic Sans MS" panose="030F0902030302020204" pitchFamily="66" charset="0"/>
                  </a:rPr>
                  <a:t> totale che ci indicherà la direzione del processo. </a:t>
                </a:r>
              </a:p>
              <a:p>
                <a:pPr eaLnBrk="1" hangingPunct="1">
                  <a:spcBef>
                    <a:spcPct val="50000"/>
                  </a:spcBef>
                  <a:buFontTx/>
                  <a:buNone/>
                </a:pPr>
                <a:r>
                  <a:rPr lang="it-IT" altLang="it-IT" sz="2000">
                    <a:latin typeface="Comic Sans MS" panose="030F0902030302020204" pitchFamily="66" charset="0"/>
                  </a:rPr>
                  <a:t>Se all</a:t>
                </a:r>
                <a:r>
                  <a:rPr lang="ja-JP" altLang="it-IT" sz="2000">
                    <a:latin typeface="Comic Sans MS" panose="030F0902030302020204" pitchFamily="66" charset="0"/>
                  </a:rPr>
                  <a:t>’</a:t>
                </a:r>
                <a:r>
                  <a:rPr lang="it-IT" altLang="ja-JP" sz="2000">
                    <a:latin typeface="Comic Sans MS" panose="030F0902030302020204" pitchFamily="66" charset="0"/>
                  </a:rPr>
                  <a:t>interno della sequenza c</a:t>
                </a:r>
                <a:r>
                  <a:rPr lang="ja-JP" altLang="it-IT" sz="2000">
                    <a:latin typeface="Comic Sans MS" panose="030F0902030302020204" pitchFamily="66" charset="0"/>
                  </a:rPr>
                  <a:t>’</a:t>
                </a:r>
                <a:r>
                  <a:rPr lang="it-IT" altLang="ja-JP" sz="2000">
                    <a:latin typeface="Comic Sans MS" panose="030F0902030302020204" pitchFamily="66" charset="0"/>
                  </a:rPr>
                  <a:t>è una reazione con un ΔG°</a:t>
                </a:r>
                <a:r>
                  <a:rPr lang="it-IT" altLang="ja-JP" sz="2000" baseline="30000">
                    <a:latin typeface="Comic Sans MS" panose="030F0902030302020204" pitchFamily="66" charset="0"/>
                  </a:rPr>
                  <a:t>1</a:t>
                </a:r>
                <a:r>
                  <a:rPr lang="it-IT" altLang="ja-JP" sz="2000">
                    <a:latin typeface="Comic Sans MS" panose="030F0902030302020204" pitchFamily="66" charset="0"/>
                  </a:rPr>
                  <a:t> positivo, questa reazione può avvenire nella cellula solo se si verifica una delle 2 seguenti condizioni: </a:t>
                </a:r>
                <a:endParaRPr lang="it-IT" altLang="it-IT" sz="2000">
                  <a:latin typeface="Comic Sans MS" panose="030F0902030302020204" pitchFamily="66" charset="0"/>
                </a:endParaRPr>
              </a:p>
            </p:txBody>
          </p:sp>
        </p:grpSp>
        <p:grpSp>
          <p:nvGrpSpPr>
            <p:cNvPr id="43011" name="Group 17">
              <a:extLst>
                <a:ext uri="{FF2B5EF4-FFF2-40B4-BE49-F238E27FC236}">
                  <a16:creationId xmlns:a16="http://schemas.microsoft.com/office/drawing/2014/main" id="{EB4B87EA-1F1A-8A3F-4C99-3175C3BC042F}"/>
                </a:ext>
              </a:extLst>
            </p:cNvPr>
            <p:cNvGrpSpPr>
              <a:grpSpLocks/>
            </p:cNvGrpSpPr>
            <p:nvPr/>
          </p:nvGrpSpPr>
          <p:grpSpPr bwMode="auto">
            <a:xfrm>
              <a:off x="-36514" y="3069104"/>
              <a:ext cx="9144002" cy="3040067"/>
              <a:chOff x="-69" y="1707"/>
              <a:chExt cx="5760" cy="1915"/>
            </a:xfrm>
          </p:grpSpPr>
          <p:sp>
            <p:nvSpPr>
              <p:cNvPr id="43012" name="Line 18">
                <a:extLst>
                  <a:ext uri="{FF2B5EF4-FFF2-40B4-BE49-F238E27FC236}">
                    <a16:creationId xmlns:a16="http://schemas.microsoft.com/office/drawing/2014/main" id="{A1BB53C7-E1E3-54A1-A991-3DF77D435E91}"/>
                  </a:ext>
                </a:extLst>
              </p:cNvPr>
              <p:cNvSpPr>
                <a:spLocks noChangeShapeType="1"/>
              </p:cNvSpPr>
              <p:nvPr/>
            </p:nvSpPr>
            <p:spPr bwMode="auto">
              <a:xfrm>
                <a:off x="5012" y="3203"/>
                <a:ext cx="24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it-IT"/>
              </a:p>
            </p:txBody>
          </p:sp>
          <p:grpSp>
            <p:nvGrpSpPr>
              <p:cNvPr id="43013" name="Group 19">
                <a:extLst>
                  <a:ext uri="{FF2B5EF4-FFF2-40B4-BE49-F238E27FC236}">
                    <a16:creationId xmlns:a16="http://schemas.microsoft.com/office/drawing/2014/main" id="{B15FC498-311D-5206-59B8-A675EC3A0CE5}"/>
                  </a:ext>
                </a:extLst>
              </p:cNvPr>
              <p:cNvGrpSpPr>
                <a:grpSpLocks/>
              </p:cNvGrpSpPr>
              <p:nvPr/>
            </p:nvGrpSpPr>
            <p:grpSpPr bwMode="auto">
              <a:xfrm>
                <a:off x="-69" y="1707"/>
                <a:ext cx="5760" cy="1915"/>
                <a:chOff x="-69" y="1675"/>
                <a:chExt cx="5760" cy="1915"/>
              </a:xfrm>
            </p:grpSpPr>
            <p:grpSp>
              <p:nvGrpSpPr>
                <p:cNvPr id="43014" name="Group 20">
                  <a:extLst>
                    <a:ext uri="{FF2B5EF4-FFF2-40B4-BE49-F238E27FC236}">
                      <a16:creationId xmlns:a16="http://schemas.microsoft.com/office/drawing/2014/main" id="{CECD901A-409F-A0DF-CDE8-32037AFB4D27}"/>
                    </a:ext>
                  </a:extLst>
                </p:cNvPr>
                <p:cNvGrpSpPr>
                  <a:grpSpLocks/>
                </p:cNvGrpSpPr>
                <p:nvPr/>
              </p:nvGrpSpPr>
              <p:grpSpPr bwMode="auto">
                <a:xfrm>
                  <a:off x="-69" y="1675"/>
                  <a:ext cx="5760" cy="1915"/>
                  <a:chOff x="-46" y="1000"/>
                  <a:chExt cx="5760" cy="1915"/>
                </a:xfrm>
              </p:grpSpPr>
              <p:grpSp>
                <p:nvGrpSpPr>
                  <p:cNvPr id="43016" name="Group 21">
                    <a:extLst>
                      <a:ext uri="{FF2B5EF4-FFF2-40B4-BE49-F238E27FC236}">
                        <a16:creationId xmlns:a16="http://schemas.microsoft.com/office/drawing/2014/main" id="{2412C289-F697-551F-042F-8CEEAC59DA13}"/>
                      </a:ext>
                    </a:extLst>
                  </p:cNvPr>
                  <p:cNvGrpSpPr>
                    <a:grpSpLocks/>
                  </p:cNvGrpSpPr>
                  <p:nvPr/>
                </p:nvGrpSpPr>
                <p:grpSpPr bwMode="auto">
                  <a:xfrm>
                    <a:off x="1776" y="1000"/>
                    <a:ext cx="2880" cy="240"/>
                    <a:chOff x="1776" y="1048"/>
                    <a:chExt cx="2880" cy="240"/>
                  </a:xfrm>
                </p:grpSpPr>
                <p:sp>
                  <p:nvSpPr>
                    <p:cNvPr id="43036" name="Rectangle 22">
                      <a:extLst>
                        <a:ext uri="{FF2B5EF4-FFF2-40B4-BE49-F238E27FC236}">
                          <a16:creationId xmlns:a16="http://schemas.microsoft.com/office/drawing/2014/main" id="{B3404A44-A0E8-2FF1-9961-597525BD5AE0}"/>
                        </a:ext>
                      </a:extLst>
                    </p:cNvPr>
                    <p:cNvSpPr>
                      <a:spLocks noChangeArrowheads="1"/>
                    </p:cNvSpPr>
                    <p:nvPr/>
                  </p:nvSpPr>
                  <p:spPr bwMode="auto">
                    <a:xfrm>
                      <a:off x="1776" y="1048"/>
                      <a:ext cx="5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it-IT" altLang="it-IT" sz="1800" b="1">
                          <a:latin typeface="Comic Sans MS" panose="030F0902030302020204" pitchFamily="66" charset="0"/>
                        </a:rPr>
                        <a:t>ΔG°</a:t>
                      </a:r>
                      <a:r>
                        <a:rPr lang="it-IT" altLang="it-IT" sz="1800" b="1" baseline="30000">
                          <a:latin typeface="Comic Sans MS" panose="030F0902030302020204" pitchFamily="66" charset="0"/>
                        </a:rPr>
                        <a:t>1</a:t>
                      </a:r>
                      <a:r>
                        <a:rPr lang="it-IT" altLang="it-IT" sz="1800" b="1">
                          <a:latin typeface="Comic Sans MS" panose="030F0902030302020204" pitchFamily="66" charset="0"/>
                        </a:rPr>
                        <a:t>-</a:t>
                      </a:r>
                    </a:p>
                  </p:txBody>
                </p:sp>
                <p:sp>
                  <p:nvSpPr>
                    <p:cNvPr id="43037" name="Rectangle 23">
                      <a:extLst>
                        <a:ext uri="{FF2B5EF4-FFF2-40B4-BE49-F238E27FC236}">
                          <a16:creationId xmlns:a16="http://schemas.microsoft.com/office/drawing/2014/main" id="{3D448CDA-5C96-AB60-0FBF-C629E5625F07}"/>
                        </a:ext>
                      </a:extLst>
                    </p:cNvPr>
                    <p:cNvSpPr>
                      <a:spLocks noChangeArrowheads="1"/>
                    </p:cNvSpPr>
                    <p:nvPr/>
                  </p:nvSpPr>
                  <p:spPr bwMode="auto">
                    <a:xfrm>
                      <a:off x="2365" y="1048"/>
                      <a:ext cx="5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it-IT" altLang="it-IT" sz="1800" b="1">
                          <a:latin typeface="Comic Sans MS" panose="030F0902030302020204" pitchFamily="66" charset="0"/>
                        </a:rPr>
                        <a:t>ΔG°</a:t>
                      </a:r>
                      <a:r>
                        <a:rPr lang="it-IT" altLang="it-IT" sz="1800" b="1" baseline="30000">
                          <a:latin typeface="Comic Sans MS" panose="030F0902030302020204" pitchFamily="66" charset="0"/>
                        </a:rPr>
                        <a:t>1</a:t>
                      </a:r>
                      <a:r>
                        <a:rPr lang="it-IT" altLang="it-IT" sz="1800" b="1">
                          <a:latin typeface="Comic Sans MS" panose="030F0902030302020204" pitchFamily="66" charset="0"/>
                        </a:rPr>
                        <a:t>-</a:t>
                      </a:r>
                    </a:p>
                  </p:txBody>
                </p:sp>
                <p:sp>
                  <p:nvSpPr>
                    <p:cNvPr id="43038" name="Rectangle 24">
                      <a:extLst>
                        <a:ext uri="{FF2B5EF4-FFF2-40B4-BE49-F238E27FC236}">
                          <a16:creationId xmlns:a16="http://schemas.microsoft.com/office/drawing/2014/main" id="{B640722C-0CA9-7BF5-3422-718853C1838A}"/>
                        </a:ext>
                      </a:extLst>
                    </p:cNvPr>
                    <p:cNvSpPr>
                      <a:spLocks noChangeArrowheads="1"/>
                    </p:cNvSpPr>
                    <p:nvPr/>
                  </p:nvSpPr>
                  <p:spPr bwMode="auto">
                    <a:xfrm>
                      <a:off x="2941" y="1057"/>
                      <a:ext cx="5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it-IT" altLang="it-IT" sz="1800" b="1">
                          <a:latin typeface="Comic Sans MS" panose="030F0902030302020204" pitchFamily="66" charset="0"/>
                        </a:rPr>
                        <a:t>ΔG°</a:t>
                      </a:r>
                      <a:r>
                        <a:rPr lang="it-IT" altLang="it-IT" sz="1800" b="1" baseline="30000">
                          <a:latin typeface="Comic Sans MS" panose="030F0902030302020204" pitchFamily="66" charset="0"/>
                        </a:rPr>
                        <a:t>1</a:t>
                      </a:r>
                      <a:r>
                        <a:rPr lang="it-IT" altLang="it-IT" sz="1800" b="1">
                          <a:latin typeface="Comic Sans MS" panose="030F0902030302020204" pitchFamily="66" charset="0"/>
                        </a:rPr>
                        <a:t>+</a:t>
                      </a:r>
                    </a:p>
                  </p:txBody>
                </p:sp>
                <p:sp>
                  <p:nvSpPr>
                    <p:cNvPr id="43039" name="Rectangle 25">
                      <a:extLst>
                        <a:ext uri="{FF2B5EF4-FFF2-40B4-BE49-F238E27FC236}">
                          <a16:creationId xmlns:a16="http://schemas.microsoft.com/office/drawing/2014/main" id="{7519BDAE-B9BE-D78A-4082-6BFB5FA72A3D}"/>
                        </a:ext>
                      </a:extLst>
                    </p:cNvPr>
                    <p:cNvSpPr>
                      <a:spLocks noChangeArrowheads="1"/>
                    </p:cNvSpPr>
                    <p:nvPr/>
                  </p:nvSpPr>
                  <p:spPr bwMode="auto">
                    <a:xfrm>
                      <a:off x="3517" y="1048"/>
                      <a:ext cx="5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it-IT" altLang="it-IT" sz="1800" b="1">
                          <a:latin typeface="Comic Sans MS" panose="030F0902030302020204" pitchFamily="66" charset="0"/>
                        </a:rPr>
                        <a:t>ΔG°</a:t>
                      </a:r>
                      <a:r>
                        <a:rPr lang="it-IT" altLang="it-IT" sz="1800" b="1" baseline="30000">
                          <a:latin typeface="Comic Sans MS" panose="030F0902030302020204" pitchFamily="66" charset="0"/>
                        </a:rPr>
                        <a:t>1</a:t>
                      </a:r>
                      <a:r>
                        <a:rPr lang="it-IT" altLang="it-IT" sz="1800" b="1">
                          <a:latin typeface="Comic Sans MS" panose="030F0902030302020204" pitchFamily="66" charset="0"/>
                        </a:rPr>
                        <a:t>-</a:t>
                      </a:r>
                    </a:p>
                  </p:txBody>
                </p:sp>
                <p:sp>
                  <p:nvSpPr>
                    <p:cNvPr id="43040" name="Rectangle 26">
                      <a:extLst>
                        <a:ext uri="{FF2B5EF4-FFF2-40B4-BE49-F238E27FC236}">
                          <a16:creationId xmlns:a16="http://schemas.microsoft.com/office/drawing/2014/main" id="{766D1681-C64C-D0C4-C42E-82DD7B11A818}"/>
                        </a:ext>
                      </a:extLst>
                    </p:cNvPr>
                    <p:cNvSpPr>
                      <a:spLocks noChangeArrowheads="1"/>
                    </p:cNvSpPr>
                    <p:nvPr/>
                  </p:nvSpPr>
                  <p:spPr bwMode="auto">
                    <a:xfrm>
                      <a:off x="4093" y="1048"/>
                      <a:ext cx="5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it-IT" altLang="it-IT" sz="1800" b="1">
                          <a:latin typeface="Comic Sans MS" panose="030F0902030302020204" pitchFamily="66" charset="0"/>
                        </a:rPr>
                        <a:t>ΔG°</a:t>
                      </a:r>
                      <a:r>
                        <a:rPr lang="it-IT" altLang="it-IT" sz="1800" b="1" baseline="30000">
                          <a:latin typeface="Comic Sans MS" panose="030F0902030302020204" pitchFamily="66" charset="0"/>
                        </a:rPr>
                        <a:t>1</a:t>
                      </a:r>
                      <a:r>
                        <a:rPr lang="it-IT" altLang="it-IT" sz="1800" b="1">
                          <a:latin typeface="Comic Sans MS" panose="030F0902030302020204" pitchFamily="66" charset="0"/>
                        </a:rPr>
                        <a:t>-</a:t>
                      </a:r>
                    </a:p>
                  </p:txBody>
                </p:sp>
              </p:grpSp>
              <p:grpSp>
                <p:nvGrpSpPr>
                  <p:cNvPr id="43017" name="Group 27">
                    <a:extLst>
                      <a:ext uri="{FF2B5EF4-FFF2-40B4-BE49-F238E27FC236}">
                        <a16:creationId xmlns:a16="http://schemas.microsoft.com/office/drawing/2014/main" id="{67CBFF62-E482-11C3-3614-67D8FCD399F9}"/>
                      </a:ext>
                    </a:extLst>
                  </p:cNvPr>
                  <p:cNvGrpSpPr>
                    <a:grpSpLocks/>
                  </p:cNvGrpSpPr>
                  <p:nvPr/>
                </p:nvGrpSpPr>
                <p:grpSpPr bwMode="auto">
                  <a:xfrm>
                    <a:off x="-46" y="1192"/>
                    <a:ext cx="5760" cy="1723"/>
                    <a:chOff x="-46" y="1229"/>
                    <a:chExt cx="5760" cy="1723"/>
                  </a:xfrm>
                </p:grpSpPr>
                <p:sp>
                  <p:nvSpPr>
                    <p:cNvPr id="43018" name="Text Box 28">
                      <a:extLst>
                        <a:ext uri="{FF2B5EF4-FFF2-40B4-BE49-F238E27FC236}">
                          <a16:creationId xmlns:a16="http://schemas.microsoft.com/office/drawing/2014/main" id="{AC020D7A-D868-71D1-64C9-47E6B46DB042}"/>
                        </a:ext>
                      </a:extLst>
                    </p:cNvPr>
                    <p:cNvSpPr txBox="1">
                      <a:spLocks noChangeArrowheads="1"/>
                    </p:cNvSpPr>
                    <p:nvPr/>
                  </p:nvSpPr>
                  <p:spPr bwMode="auto">
                    <a:xfrm>
                      <a:off x="2132" y="168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rPr>
                        <a:t>C</a:t>
                      </a:r>
                    </a:p>
                  </p:txBody>
                </p:sp>
                <p:grpSp>
                  <p:nvGrpSpPr>
                    <p:cNvPr id="43019" name="Group 29">
                      <a:extLst>
                        <a:ext uri="{FF2B5EF4-FFF2-40B4-BE49-F238E27FC236}">
                          <a16:creationId xmlns:a16="http://schemas.microsoft.com/office/drawing/2014/main" id="{A5B8CD80-CD1F-A47D-2E28-2E284D0DB030}"/>
                        </a:ext>
                      </a:extLst>
                    </p:cNvPr>
                    <p:cNvGrpSpPr>
                      <a:grpSpLocks/>
                    </p:cNvGrpSpPr>
                    <p:nvPr/>
                  </p:nvGrpSpPr>
                  <p:grpSpPr bwMode="auto">
                    <a:xfrm>
                      <a:off x="-46" y="1229"/>
                      <a:ext cx="5760" cy="1723"/>
                      <a:chOff x="-46" y="1229"/>
                      <a:chExt cx="5760" cy="1723"/>
                    </a:xfrm>
                  </p:grpSpPr>
                  <p:grpSp>
                    <p:nvGrpSpPr>
                      <p:cNvPr id="43020" name="Group 30">
                        <a:extLst>
                          <a:ext uri="{FF2B5EF4-FFF2-40B4-BE49-F238E27FC236}">
                            <a16:creationId xmlns:a16="http://schemas.microsoft.com/office/drawing/2014/main" id="{6871F9C1-D50A-E9AC-BE0B-417388787CB1}"/>
                          </a:ext>
                        </a:extLst>
                      </p:cNvPr>
                      <p:cNvGrpSpPr>
                        <a:grpSpLocks/>
                      </p:cNvGrpSpPr>
                      <p:nvPr/>
                    </p:nvGrpSpPr>
                    <p:grpSpPr bwMode="auto">
                      <a:xfrm>
                        <a:off x="-46" y="1229"/>
                        <a:ext cx="5760" cy="1723"/>
                        <a:chOff x="-46" y="1229"/>
                        <a:chExt cx="5760" cy="1723"/>
                      </a:xfrm>
                    </p:grpSpPr>
                    <p:grpSp>
                      <p:nvGrpSpPr>
                        <p:cNvPr id="43022" name="Group 31">
                          <a:extLst>
                            <a:ext uri="{FF2B5EF4-FFF2-40B4-BE49-F238E27FC236}">
                              <a16:creationId xmlns:a16="http://schemas.microsoft.com/office/drawing/2014/main" id="{94AE0386-686D-3E88-913F-5380637B94F1}"/>
                            </a:ext>
                          </a:extLst>
                        </p:cNvPr>
                        <p:cNvGrpSpPr>
                          <a:grpSpLocks/>
                        </p:cNvGrpSpPr>
                        <p:nvPr/>
                      </p:nvGrpSpPr>
                      <p:grpSpPr bwMode="auto">
                        <a:xfrm>
                          <a:off x="-46" y="1229"/>
                          <a:ext cx="5760" cy="1723"/>
                          <a:chOff x="-46" y="1192"/>
                          <a:chExt cx="5760" cy="1723"/>
                        </a:xfrm>
                      </p:grpSpPr>
                      <p:sp>
                        <p:nvSpPr>
                          <p:cNvPr id="43024" name="Text Box 32">
                            <a:extLst>
                              <a:ext uri="{FF2B5EF4-FFF2-40B4-BE49-F238E27FC236}">
                                <a16:creationId xmlns:a16="http://schemas.microsoft.com/office/drawing/2014/main" id="{37D3AC06-3DDB-F93E-3924-899AD101D201}"/>
                              </a:ext>
                            </a:extLst>
                          </p:cNvPr>
                          <p:cNvSpPr txBox="1">
                            <a:spLocks noChangeArrowheads="1"/>
                          </p:cNvSpPr>
                          <p:nvPr/>
                        </p:nvSpPr>
                        <p:spPr bwMode="auto">
                          <a:xfrm>
                            <a:off x="-46" y="1635"/>
                            <a:ext cx="5760" cy="1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b="1">
                                <a:latin typeface="Comic Sans MS" panose="030F0902030302020204" pitchFamily="66" charset="0"/>
                              </a:rPr>
                              <a:t>1) </a:t>
                            </a:r>
                            <a:r>
                              <a:rPr lang="it-IT" altLang="it-IT" sz="1800">
                                <a:latin typeface="Comic Sans MS" panose="030F0902030302020204" pitchFamily="66" charset="0"/>
                              </a:rPr>
                              <a:t>Supponiamo che         </a:t>
                            </a:r>
                            <a:r>
                              <a:rPr lang="it-IT" altLang="it-IT" sz="1800" b="1">
                                <a:latin typeface="Comic Sans MS" panose="030F0902030302020204" pitchFamily="66" charset="0"/>
                              </a:rPr>
                              <a:t>                                   sia </a:t>
                            </a:r>
                            <a:r>
                              <a:rPr lang="it-IT" altLang="it-IT" sz="1800">
                                <a:latin typeface="Comic Sans MS" panose="030F0902030302020204" pitchFamily="66" charset="0"/>
                              </a:rPr>
                              <a:t> la</a:t>
                            </a:r>
                            <a:r>
                              <a:rPr lang="it-IT" altLang="it-IT" sz="1800" b="1">
                                <a:latin typeface="Comic Sans MS" panose="030F0902030302020204" pitchFamily="66" charset="0"/>
                              </a:rPr>
                              <a:t> </a:t>
                            </a:r>
                            <a:r>
                              <a:rPr lang="it-IT" altLang="it-IT" sz="1800">
                                <a:latin typeface="Comic Sans MS" panose="030F0902030302020204" pitchFamily="66" charset="0"/>
                              </a:rPr>
                              <a:t>reazione che</a:t>
                            </a:r>
                            <a:r>
                              <a:rPr lang="it-IT" altLang="it-IT" sz="1800" b="1">
                                <a:latin typeface="Comic Sans MS" panose="030F0902030302020204" pitchFamily="66" charset="0"/>
                              </a:rPr>
                              <a:t>   </a:t>
                            </a:r>
                            <a:r>
                              <a:rPr lang="it-IT" altLang="it-IT" sz="1800">
                                <a:latin typeface="Comic Sans MS" panose="030F0902030302020204" pitchFamily="66" charset="0"/>
                              </a:rPr>
                              <a:t>ha un ΔG°</a:t>
                            </a:r>
                            <a:r>
                              <a:rPr lang="it-IT" altLang="it-IT" sz="1800" baseline="30000">
                                <a:latin typeface="Comic Sans MS" panose="030F0902030302020204" pitchFamily="66" charset="0"/>
                              </a:rPr>
                              <a:t>1 </a:t>
                            </a:r>
                            <a:r>
                              <a:rPr lang="it-IT" altLang="it-IT" sz="1800">
                                <a:latin typeface="Comic Sans MS" panose="030F0902030302020204" pitchFamily="66" charset="0"/>
                              </a:rPr>
                              <a:t>positivo.</a:t>
                            </a:r>
                          </a:p>
                          <a:p>
                            <a:pPr eaLnBrk="1" hangingPunct="1">
                              <a:spcBef>
                                <a:spcPct val="50000"/>
                              </a:spcBef>
                              <a:buFontTx/>
                              <a:buNone/>
                            </a:pPr>
                            <a:r>
                              <a:rPr lang="it-IT" altLang="it-IT" sz="1800" b="1">
                                <a:latin typeface="Comic Sans MS" panose="030F0902030302020204" pitchFamily="66" charset="0"/>
                              </a:rPr>
                              <a:t> </a:t>
                            </a:r>
                            <a:r>
                              <a:rPr lang="it-IT" altLang="it-IT" sz="1800">
                                <a:latin typeface="Comic Sans MS" panose="030F0902030302020204" pitchFamily="66" charset="0"/>
                              </a:rPr>
                              <a:t>Ogniqualvolta è presente D, questo viene convertito in E e rimosso dal sistema. In questo modo la conc. di D viene mantenuta talmente bassa da portare il ln   [D] ad un valore così negativo da rendere il valore di ΔG  negativo. </a:t>
                            </a:r>
                          </a:p>
                          <a:p>
                            <a:pPr eaLnBrk="1" hangingPunct="1">
                              <a:spcBef>
                                <a:spcPct val="50000"/>
                              </a:spcBef>
                              <a:buFontTx/>
                              <a:buNone/>
                            </a:pPr>
                            <a:r>
                              <a:rPr lang="it-IT" altLang="it-IT" sz="1800">
                                <a:latin typeface="Comic Sans MS" panose="030F0902030302020204" pitchFamily="66" charset="0"/>
                              </a:rPr>
                              <a:t>In questo modo la reazione diventa esoergonica. </a:t>
                            </a:r>
                          </a:p>
                        </p:txBody>
                      </p:sp>
                      <p:sp>
                        <p:nvSpPr>
                          <p:cNvPr id="120865" name="Text Box 33">
                            <a:extLst>
                              <a:ext uri="{FF2B5EF4-FFF2-40B4-BE49-F238E27FC236}">
                                <a16:creationId xmlns:a16="http://schemas.microsoft.com/office/drawing/2014/main" id="{F53D89CC-4A7F-AF57-D270-E4AA43630E17}"/>
                              </a:ext>
                            </a:extLst>
                          </p:cNvPr>
                          <p:cNvSpPr txBox="1">
                            <a:spLocks noChangeArrowheads="1"/>
                          </p:cNvSpPr>
                          <p:nvPr/>
                        </p:nvSpPr>
                        <p:spPr bwMode="auto">
                          <a:xfrm>
                            <a:off x="1632" y="1202"/>
                            <a:ext cx="336" cy="250"/>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a:solidFill>
                                  <a:schemeClr val="accent2"/>
                                </a:solidFill>
                                <a:effectLst>
                                  <a:outerShdw blurRad="38100" dist="38100" dir="2700000" algn="tl">
                                    <a:srgbClr val="000000"/>
                                  </a:outerShdw>
                                </a:effectLst>
                                <a:latin typeface="Comic Sans MS" panose="030F0902030302020204" pitchFamily="66" charset="0"/>
                              </a:rPr>
                              <a:t>A</a:t>
                            </a:r>
                          </a:p>
                        </p:txBody>
                      </p:sp>
                      <p:sp>
                        <p:nvSpPr>
                          <p:cNvPr id="43026" name="AutoShape 34">
                            <a:extLst>
                              <a:ext uri="{FF2B5EF4-FFF2-40B4-BE49-F238E27FC236}">
                                <a16:creationId xmlns:a16="http://schemas.microsoft.com/office/drawing/2014/main" id="{4093BD21-A9BD-4FEE-12CE-304F2011506A}"/>
                              </a:ext>
                            </a:extLst>
                          </p:cNvPr>
                          <p:cNvSpPr>
                            <a:spLocks noChangeArrowheads="1"/>
                          </p:cNvSpPr>
                          <p:nvPr/>
                        </p:nvSpPr>
                        <p:spPr bwMode="auto">
                          <a:xfrm>
                            <a:off x="1920" y="1298"/>
                            <a:ext cx="336" cy="96"/>
                          </a:xfrm>
                          <a:prstGeom prst="rightArrow">
                            <a:avLst>
                              <a:gd name="adj1" fmla="val 50000"/>
                              <a:gd name="adj2" fmla="val 87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3027" name="Text Box 35">
                            <a:extLst>
                              <a:ext uri="{FF2B5EF4-FFF2-40B4-BE49-F238E27FC236}">
                                <a16:creationId xmlns:a16="http://schemas.microsoft.com/office/drawing/2014/main" id="{C9FB2DD0-8425-735C-EB0B-F685F85DB36A}"/>
                              </a:ext>
                            </a:extLst>
                          </p:cNvPr>
                          <p:cNvSpPr txBox="1">
                            <a:spLocks noChangeArrowheads="1"/>
                          </p:cNvSpPr>
                          <p:nvPr/>
                        </p:nvSpPr>
                        <p:spPr bwMode="auto">
                          <a:xfrm>
                            <a:off x="2256" y="120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rPr>
                              <a:t>B</a:t>
                            </a:r>
                          </a:p>
                        </p:txBody>
                      </p:sp>
                      <p:sp>
                        <p:nvSpPr>
                          <p:cNvPr id="43028" name="AutoShape 36">
                            <a:extLst>
                              <a:ext uri="{FF2B5EF4-FFF2-40B4-BE49-F238E27FC236}">
                                <a16:creationId xmlns:a16="http://schemas.microsoft.com/office/drawing/2014/main" id="{406E257C-EE33-9633-542D-C5E856B61CEA}"/>
                              </a:ext>
                            </a:extLst>
                          </p:cNvPr>
                          <p:cNvSpPr>
                            <a:spLocks noChangeArrowheads="1"/>
                          </p:cNvSpPr>
                          <p:nvPr/>
                        </p:nvSpPr>
                        <p:spPr bwMode="auto">
                          <a:xfrm>
                            <a:off x="2496" y="1298"/>
                            <a:ext cx="336" cy="96"/>
                          </a:xfrm>
                          <a:prstGeom prst="rightArrow">
                            <a:avLst>
                              <a:gd name="adj1" fmla="val 50000"/>
                              <a:gd name="adj2" fmla="val 87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3029" name="Text Box 37">
                            <a:extLst>
                              <a:ext uri="{FF2B5EF4-FFF2-40B4-BE49-F238E27FC236}">
                                <a16:creationId xmlns:a16="http://schemas.microsoft.com/office/drawing/2014/main" id="{BCEF6491-1BBD-1E4F-B608-DA0EDCF589EC}"/>
                              </a:ext>
                            </a:extLst>
                          </p:cNvPr>
                          <p:cNvSpPr txBox="1">
                            <a:spLocks noChangeArrowheads="1"/>
                          </p:cNvSpPr>
                          <p:nvPr/>
                        </p:nvSpPr>
                        <p:spPr bwMode="auto">
                          <a:xfrm>
                            <a:off x="2832" y="1227"/>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rPr>
                              <a:t>C</a:t>
                            </a:r>
                          </a:p>
                        </p:txBody>
                      </p:sp>
                      <p:sp>
                        <p:nvSpPr>
                          <p:cNvPr id="43030" name="AutoShape 38">
                            <a:extLst>
                              <a:ext uri="{FF2B5EF4-FFF2-40B4-BE49-F238E27FC236}">
                                <a16:creationId xmlns:a16="http://schemas.microsoft.com/office/drawing/2014/main" id="{EC21C124-A18E-E7DB-961D-48361C3A3B8E}"/>
                              </a:ext>
                            </a:extLst>
                          </p:cNvPr>
                          <p:cNvSpPr>
                            <a:spLocks noChangeArrowheads="1"/>
                          </p:cNvSpPr>
                          <p:nvPr/>
                        </p:nvSpPr>
                        <p:spPr bwMode="auto">
                          <a:xfrm>
                            <a:off x="3072" y="1288"/>
                            <a:ext cx="336" cy="96"/>
                          </a:xfrm>
                          <a:prstGeom prst="rightArrow">
                            <a:avLst>
                              <a:gd name="adj1" fmla="val 50000"/>
                              <a:gd name="adj2" fmla="val 87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3031" name="Text Box 39">
                            <a:extLst>
                              <a:ext uri="{FF2B5EF4-FFF2-40B4-BE49-F238E27FC236}">
                                <a16:creationId xmlns:a16="http://schemas.microsoft.com/office/drawing/2014/main" id="{F9EE30E9-F7E8-BB8D-BCD7-7C3D8235BC9B}"/>
                              </a:ext>
                            </a:extLst>
                          </p:cNvPr>
                          <p:cNvSpPr txBox="1">
                            <a:spLocks noChangeArrowheads="1"/>
                          </p:cNvSpPr>
                          <p:nvPr/>
                        </p:nvSpPr>
                        <p:spPr bwMode="auto">
                          <a:xfrm>
                            <a:off x="3408" y="119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rPr>
                              <a:t>D</a:t>
                            </a:r>
                          </a:p>
                        </p:txBody>
                      </p:sp>
                      <p:sp>
                        <p:nvSpPr>
                          <p:cNvPr id="43032" name="AutoShape 40">
                            <a:extLst>
                              <a:ext uri="{FF2B5EF4-FFF2-40B4-BE49-F238E27FC236}">
                                <a16:creationId xmlns:a16="http://schemas.microsoft.com/office/drawing/2014/main" id="{05A6FFC2-1264-7807-7DF4-43B3B75BABCE}"/>
                              </a:ext>
                            </a:extLst>
                          </p:cNvPr>
                          <p:cNvSpPr>
                            <a:spLocks noChangeArrowheads="1"/>
                          </p:cNvSpPr>
                          <p:nvPr/>
                        </p:nvSpPr>
                        <p:spPr bwMode="auto">
                          <a:xfrm>
                            <a:off x="3648" y="1288"/>
                            <a:ext cx="336" cy="96"/>
                          </a:xfrm>
                          <a:prstGeom prst="rightArrow">
                            <a:avLst>
                              <a:gd name="adj1" fmla="val 50000"/>
                              <a:gd name="adj2" fmla="val 87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3033" name="Text Box 41">
                            <a:extLst>
                              <a:ext uri="{FF2B5EF4-FFF2-40B4-BE49-F238E27FC236}">
                                <a16:creationId xmlns:a16="http://schemas.microsoft.com/office/drawing/2014/main" id="{06C41251-7E3E-A3A7-5402-8AA522379D78}"/>
                              </a:ext>
                            </a:extLst>
                          </p:cNvPr>
                          <p:cNvSpPr txBox="1">
                            <a:spLocks noChangeArrowheads="1"/>
                          </p:cNvSpPr>
                          <p:nvPr/>
                        </p:nvSpPr>
                        <p:spPr bwMode="auto">
                          <a:xfrm>
                            <a:off x="3984" y="119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rPr>
                              <a:t>E</a:t>
                            </a:r>
                          </a:p>
                        </p:txBody>
                      </p:sp>
                      <p:sp>
                        <p:nvSpPr>
                          <p:cNvPr id="43034" name="AutoShape 42">
                            <a:extLst>
                              <a:ext uri="{FF2B5EF4-FFF2-40B4-BE49-F238E27FC236}">
                                <a16:creationId xmlns:a16="http://schemas.microsoft.com/office/drawing/2014/main" id="{C95723FD-7561-9F83-383E-BA5BC46D1E4C}"/>
                              </a:ext>
                            </a:extLst>
                          </p:cNvPr>
                          <p:cNvSpPr>
                            <a:spLocks noChangeArrowheads="1"/>
                          </p:cNvSpPr>
                          <p:nvPr/>
                        </p:nvSpPr>
                        <p:spPr bwMode="auto">
                          <a:xfrm>
                            <a:off x="4224" y="1288"/>
                            <a:ext cx="336" cy="96"/>
                          </a:xfrm>
                          <a:prstGeom prst="rightArrow">
                            <a:avLst>
                              <a:gd name="adj1" fmla="val 50000"/>
                              <a:gd name="adj2" fmla="val 87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3035" name="Text Box 43">
                            <a:extLst>
                              <a:ext uri="{FF2B5EF4-FFF2-40B4-BE49-F238E27FC236}">
                                <a16:creationId xmlns:a16="http://schemas.microsoft.com/office/drawing/2014/main" id="{77EA6253-F2E3-1853-7CF2-8BBCEDC000D2}"/>
                              </a:ext>
                            </a:extLst>
                          </p:cNvPr>
                          <p:cNvSpPr txBox="1">
                            <a:spLocks noChangeArrowheads="1"/>
                          </p:cNvSpPr>
                          <p:nvPr/>
                        </p:nvSpPr>
                        <p:spPr bwMode="auto">
                          <a:xfrm>
                            <a:off x="4560" y="119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rPr>
                              <a:t>P</a:t>
                            </a:r>
                          </a:p>
                        </p:txBody>
                      </p:sp>
                    </p:grpSp>
                    <p:sp>
                      <p:nvSpPr>
                        <p:cNvPr id="43023" name="AutoShape 44">
                          <a:extLst>
                            <a:ext uri="{FF2B5EF4-FFF2-40B4-BE49-F238E27FC236}">
                              <a16:creationId xmlns:a16="http://schemas.microsoft.com/office/drawing/2014/main" id="{1E36E7C7-7259-70FD-3E0D-F096C77249F7}"/>
                            </a:ext>
                          </a:extLst>
                        </p:cNvPr>
                        <p:cNvSpPr>
                          <a:spLocks noChangeArrowheads="1"/>
                        </p:cNvSpPr>
                        <p:nvPr/>
                      </p:nvSpPr>
                      <p:spPr bwMode="auto">
                        <a:xfrm>
                          <a:off x="2372" y="1768"/>
                          <a:ext cx="336" cy="96"/>
                        </a:xfrm>
                        <a:prstGeom prst="rightArrow">
                          <a:avLst>
                            <a:gd name="adj1" fmla="val 50000"/>
                            <a:gd name="adj2" fmla="val 87500"/>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grpSp>
                  <p:sp>
                    <p:nvSpPr>
                      <p:cNvPr id="43021" name="Text Box 45">
                        <a:extLst>
                          <a:ext uri="{FF2B5EF4-FFF2-40B4-BE49-F238E27FC236}">
                            <a16:creationId xmlns:a16="http://schemas.microsoft.com/office/drawing/2014/main" id="{47AA2871-6343-60F5-4AAB-EB5FB504048D}"/>
                          </a:ext>
                        </a:extLst>
                      </p:cNvPr>
                      <p:cNvSpPr txBox="1">
                        <a:spLocks noChangeArrowheads="1"/>
                      </p:cNvSpPr>
                      <p:nvPr/>
                    </p:nvSpPr>
                    <p:spPr bwMode="auto">
                      <a:xfrm>
                        <a:off x="2708" y="167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rPr>
                          <a:t>D</a:t>
                        </a:r>
                      </a:p>
                    </p:txBody>
                  </p:sp>
                </p:grpSp>
              </p:grpSp>
            </p:grpSp>
            <p:sp>
              <p:nvSpPr>
                <p:cNvPr id="43015" name="Text Box 46">
                  <a:extLst>
                    <a:ext uri="{FF2B5EF4-FFF2-40B4-BE49-F238E27FC236}">
                      <a16:creationId xmlns:a16="http://schemas.microsoft.com/office/drawing/2014/main" id="{EECFF0DD-73D6-66E4-5D27-C1C6F51F0589}"/>
                    </a:ext>
                  </a:extLst>
                </p:cNvPr>
                <p:cNvSpPr txBox="1">
                  <a:spLocks noChangeArrowheads="1"/>
                </p:cNvSpPr>
                <p:nvPr/>
              </p:nvSpPr>
              <p:spPr bwMode="auto">
                <a:xfrm>
                  <a:off x="4993" y="315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a:solidFill>
                        <a:schemeClr val="accent2"/>
                      </a:solidFill>
                      <a:latin typeface="Comic Sans MS" panose="030F0902030302020204" pitchFamily="66" charset="0"/>
                    </a:rPr>
                    <a:t>[C]</a:t>
                  </a:r>
                </a:p>
              </p:txBody>
            </p:sp>
          </p:gr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0B5D6A7-8F01-9A0C-A563-DE7D3FE27FAE}"/>
              </a:ext>
            </a:extLst>
          </p:cNvPr>
          <p:cNvGrpSpPr>
            <a:grpSpLocks/>
          </p:cNvGrpSpPr>
          <p:nvPr/>
        </p:nvGrpSpPr>
        <p:grpSpPr bwMode="auto">
          <a:xfrm>
            <a:off x="107950" y="260350"/>
            <a:ext cx="8820150" cy="6065838"/>
            <a:chOff x="68" y="164"/>
            <a:chExt cx="5556" cy="3821"/>
          </a:xfrm>
        </p:grpSpPr>
        <p:grpSp>
          <p:nvGrpSpPr>
            <p:cNvPr id="45058" name="Group 3">
              <a:extLst>
                <a:ext uri="{FF2B5EF4-FFF2-40B4-BE49-F238E27FC236}">
                  <a16:creationId xmlns:a16="http://schemas.microsoft.com/office/drawing/2014/main" id="{BB48CFAF-DBEC-3C4C-DBB3-38F2FA2CAA9D}"/>
                </a:ext>
              </a:extLst>
            </p:cNvPr>
            <p:cNvGrpSpPr>
              <a:grpSpLocks/>
            </p:cNvGrpSpPr>
            <p:nvPr/>
          </p:nvGrpSpPr>
          <p:grpSpPr bwMode="auto">
            <a:xfrm>
              <a:off x="68" y="527"/>
              <a:ext cx="5556" cy="3458"/>
              <a:chOff x="68" y="228"/>
              <a:chExt cx="5556" cy="3458"/>
            </a:xfrm>
          </p:grpSpPr>
          <p:grpSp>
            <p:nvGrpSpPr>
              <p:cNvPr id="45060" name="Group 4">
                <a:extLst>
                  <a:ext uri="{FF2B5EF4-FFF2-40B4-BE49-F238E27FC236}">
                    <a16:creationId xmlns:a16="http://schemas.microsoft.com/office/drawing/2014/main" id="{A3C7ED9E-43E2-68EF-DB37-258E3A24C109}"/>
                  </a:ext>
                </a:extLst>
              </p:cNvPr>
              <p:cNvGrpSpPr>
                <a:grpSpLocks noChangeAspect="1"/>
              </p:cNvGrpSpPr>
              <p:nvPr/>
            </p:nvGrpSpPr>
            <p:grpSpPr bwMode="auto">
              <a:xfrm>
                <a:off x="385" y="228"/>
                <a:ext cx="4847" cy="2431"/>
                <a:chOff x="1392" y="2538"/>
                <a:chExt cx="3366" cy="1688"/>
              </a:xfrm>
            </p:grpSpPr>
            <p:pic>
              <p:nvPicPr>
                <p:cNvPr id="45062" name="Picture 5">
                  <a:extLst>
                    <a:ext uri="{FF2B5EF4-FFF2-40B4-BE49-F238E27FC236}">
                      <a16:creationId xmlns:a16="http://schemas.microsoft.com/office/drawing/2014/main" id="{5E1C0957-2D5D-F9E1-9A50-4C0C118EF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2" y="2538"/>
                  <a:ext cx="3366" cy="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3" name="Rectangle 6">
                  <a:extLst>
                    <a:ext uri="{FF2B5EF4-FFF2-40B4-BE49-F238E27FC236}">
                      <a16:creationId xmlns:a16="http://schemas.microsoft.com/office/drawing/2014/main" id="{EF8F3297-F5C6-0C37-687F-97C455827CF5}"/>
                    </a:ext>
                  </a:extLst>
                </p:cNvPr>
                <p:cNvSpPr>
                  <a:spLocks noChangeAspect="1" noChangeArrowheads="1"/>
                </p:cNvSpPr>
                <p:nvPr/>
              </p:nvSpPr>
              <p:spPr bwMode="auto">
                <a:xfrm>
                  <a:off x="3229" y="2937"/>
                  <a:ext cx="152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it-IT" altLang="it-IT" sz="1800" b="1">
                      <a:solidFill>
                        <a:srgbClr val="FF3399"/>
                      </a:solidFill>
                      <a:latin typeface="Comic Sans MS" panose="030F0902030302020204" pitchFamily="66" charset="0"/>
                    </a:rPr>
                    <a:t>ΔG°</a:t>
                  </a:r>
                  <a:r>
                    <a:rPr lang="it-IT" altLang="it-IT" sz="1800" b="1" baseline="30000">
                      <a:solidFill>
                        <a:srgbClr val="FF3399"/>
                      </a:solidFill>
                      <a:latin typeface="Comic Sans MS" panose="030F0902030302020204" pitchFamily="66" charset="0"/>
                    </a:rPr>
                    <a:t>1</a:t>
                  </a:r>
                  <a:r>
                    <a:rPr lang="it-IT" altLang="it-IT" sz="1800" b="1">
                      <a:solidFill>
                        <a:srgbClr val="FF3399"/>
                      </a:solidFill>
                      <a:latin typeface="Comic Sans MS" panose="030F0902030302020204" pitchFamily="66" charset="0"/>
                    </a:rPr>
                    <a:t>=+</a:t>
                  </a:r>
                  <a:r>
                    <a:rPr lang="it-IT" altLang="it-IT" sz="1400" b="1">
                      <a:solidFill>
                        <a:srgbClr val="FF3399"/>
                      </a:solidFill>
                      <a:latin typeface="Comic Sans MS" panose="030F0902030302020204" pitchFamily="66" charset="0"/>
                    </a:rPr>
                    <a:t>5,700cal/mole</a:t>
                  </a:r>
                </a:p>
              </p:txBody>
            </p:sp>
          </p:grpSp>
          <p:sp>
            <p:nvSpPr>
              <p:cNvPr id="45061" name="Text Box 7">
                <a:extLst>
                  <a:ext uri="{FF2B5EF4-FFF2-40B4-BE49-F238E27FC236}">
                    <a16:creationId xmlns:a16="http://schemas.microsoft.com/office/drawing/2014/main" id="{49AD641D-6393-39C0-8B26-559E60316E26}"/>
                  </a:ext>
                </a:extLst>
              </p:cNvPr>
              <p:cNvSpPr txBox="1">
                <a:spLocks noChangeArrowheads="1"/>
              </p:cNvSpPr>
              <p:nvPr/>
            </p:nvSpPr>
            <p:spPr bwMode="auto">
              <a:xfrm>
                <a:off x="68" y="2814"/>
                <a:ext cx="5556" cy="872"/>
              </a:xfrm>
              <a:prstGeom prst="rect">
                <a:avLst/>
              </a:prstGeom>
              <a:solidFill>
                <a:srgbClr val="CC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2400" b="1">
                    <a:solidFill>
                      <a:schemeClr val="accent2"/>
                    </a:solidFill>
                    <a:latin typeface="Comic Sans MS" panose="030F0902030302020204" pitchFamily="66" charset="0"/>
                  </a:rPr>
                  <a:t>Poiché i prodotti sono immediatamente metabolizzati, la reazione procede verso la scissione del </a:t>
                </a:r>
              </a:p>
              <a:p>
                <a:pPr algn="ctr" eaLnBrk="1" hangingPunct="1">
                  <a:spcBef>
                    <a:spcPct val="50000"/>
                  </a:spcBef>
                  <a:buFontTx/>
                  <a:buNone/>
                </a:pPr>
                <a:r>
                  <a:rPr lang="it-IT" altLang="it-IT" sz="2400" b="1">
                    <a:solidFill>
                      <a:schemeClr val="accent2"/>
                    </a:solidFill>
                    <a:latin typeface="Comic Sans MS" panose="030F0902030302020204" pitchFamily="66" charset="0"/>
                  </a:rPr>
                  <a:t>fruttoso 1,6-bisfosfato</a:t>
                </a:r>
              </a:p>
            </p:txBody>
          </p:sp>
        </p:grpSp>
        <p:sp>
          <p:nvSpPr>
            <p:cNvPr id="45059" name="Text Box 8">
              <a:extLst>
                <a:ext uri="{FF2B5EF4-FFF2-40B4-BE49-F238E27FC236}">
                  <a16:creationId xmlns:a16="http://schemas.microsoft.com/office/drawing/2014/main" id="{33BE0999-F9D4-1231-4467-80206985816E}"/>
                </a:ext>
              </a:extLst>
            </p:cNvPr>
            <p:cNvSpPr txBox="1">
              <a:spLocks noChangeArrowheads="1"/>
            </p:cNvSpPr>
            <p:nvPr/>
          </p:nvSpPr>
          <p:spPr bwMode="auto">
            <a:xfrm>
              <a:off x="385" y="164"/>
              <a:ext cx="190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b="1">
                  <a:solidFill>
                    <a:schemeClr val="accent2"/>
                  </a:solidFill>
                  <a:latin typeface="Comic Sans MS" panose="030F0902030302020204" pitchFamily="66" charset="0"/>
                </a:rPr>
                <a:t>ESEMPIO:</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F01FFBC-9F3D-4A69-000C-300B2255D4E8}"/>
              </a:ext>
            </a:extLst>
          </p:cNvPr>
          <p:cNvGrpSpPr>
            <a:grpSpLocks/>
          </p:cNvGrpSpPr>
          <p:nvPr/>
        </p:nvGrpSpPr>
        <p:grpSpPr bwMode="auto">
          <a:xfrm>
            <a:off x="179388" y="1196975"/>
            <a:ext cx="8747125" cy="6508750"/>
            <a:chOff x="113" y="443"/>
            <a:chExt cx="5510" cy="2615"/>
          </a:xfrm>
        </p:grpSpPr>
        <p:sp>
          <p:nvSpPr>
            <p:cNvPr id="47106" name="Text Box 3">
              <a:extLst>
                <a:ext uri="{FF2B5EF4-FFF2-40B4-BE49-F238E27FC236}">
                  <a16:creationId xmlns:a16="http://schemas.microsoft.com/office/drawing/2014/main" id="{546E7DFE-4699-BD6B-AE2E-8FB54C760644}"/>
                </a:ext>
              </a:extLst>
            </p:cNvPr>
            <p:cNvSpPr txBox="1">
              <a:spLocks noChangeArrowheads="1"/>
            </p:cNvSpPr>
            <p:nvPr/>
          </p:nvSpPr>
          <p:spPr bwMode="auto">
            <a:xfrm>
              <a:off x="158" y="443"/>
              <a:ext cx="5465" cy="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800" b="1">
                  <a:latin typeface="Comic Sans MS" panose="030F0902030302020204" pitchFamily="66" charset="0"/>
                </a:rPr>
                <a:t>Negli organismi viventi la rimozione rapida e continua dei prodotti di una reazione tende a mantenere il rapporto ([prodotti]/[reagenti]) molto al di sotto di 1: in queste condizioni il termine ln ([prodotti]/[reagenti]) acquista un valore profondamente negativo e di conseguenza anche il </a:t>
              </a:r>
              <a:r>
                <a:rPr lang="el-GR" altLang="it-IT" sz="2800" b="1"/>
                <a:t>Δ</a:t>
              </a:r>
              <a:r>
                <a:rPr lang="en-US" altLang="it-IT" sz="2800" b="1"/>
                <a:t>G diventa negativo</a:t>
              </a:r>
              <a:endParaRPr lang="it-IT" altLang="it-IT" sz="2800" b="1"/>
            </a:p>
          </p:txBody>
        </p:sp>
        <p:sp>
          <p:nvSpPr>
            <p:cNvPr id="47107" name="Rectangle 4">
              <a:extLst>
                <a:ext uri="{FF2B5EF4-FFF2-40B4-BE49-F238E27FC236}">
                  <a16:creationId xmlns:a16="http://schemas.microsoft.com/office/drawing/2014/main" id="{A47FB4BA-8D21-48BE-76C4-1942C420B5E3}"/>
                </a:ext>
              </a:extLst>
            </p:cNvPr>
            <p:cNvSpPr>
              <a:spLocks noChangeArrowheads="1"/>
            </p:cNvSpPr>
            <p:nvPr/>
          </p:nvSpPr>
          <p:spPr bwMode="auto">
            <a:xfrm>
              <a:off x="113" y="2849"/>
              <a:ext cx="546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FontTx/>
                <a:buNone/>
              </a:pPr>
              <a:endParaRPr lang="en-US" altLang="it-IT" sz="2800" b="1">
                <a:solidFill>
                  <a:srgbClr val="FFFF00"/>
                </a:solidFill>
                <a:latin typeface="Comic Sans MS" panose="030F09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3" name="Gruppo 3">
            <a:extLst>
              <a:ext uri="{FF2B5EF4-FFF2-40B4-BE49-F238E27FC236}">
                <a16:creationId xmlns:a16="http://schemas.microsoft.com/office/drawing/2014/main" id="{0460B56E-E472-7757-F77A-DE8E8AAEA00A}"/>
              </a:ext>
            </a:extLst>
          </p:cNvPr>
          <p:cNvGrpSpPr>
            <a:grpSpLocks/>
          </p:cNvGrpSpPr>
          <p:nvPr/>
        </p:nvGrpSpPr>
        <p:grpSpPr bwMode="auto">
          <a:xfrm>
            <a:off x="0" y="74613"/>
            <a:ext cx="9144000" cy="6707187"/>
            <a:chOff x="0" y="74613"/>
            <a:chExt cx="9144000" cy="6707187"/>
          </a:xfrm>
        </p:grpSpPr>
        <p:grpSp>
          <p:nvGrpSpPr>
            <p:cNvPr id="49154" name="Group 2">
              <a:extLst>
                <a:ext uri="{FF2B5EF4-FFF2-40B4-BE49-F238E27FC236}">
                  <a16:creationId xmlns:a16="http://schemas.microsoft.com/office/drawing/2014/main" id="{839D6960-EE56-2AAA-3BAE-0C72A8450754}"/>
                </a:ext>
              </a:extLst>
            </p:cNvPr>
            <p:cNvGrpSpPr>
              <a:grpSpLocks/>
            </p:cNvGrpSpPr>
            <p:nvPr/>
          </p:nvGrpSpPr>
          <p:grpSpPr bwMode="auto">
            <a:xfrm>
              <a:off x="0" y="74613"/>
              <a:ext cx="9144000" cy="1908175"/>
              <a:chOff x="0" y="47"/>
              <a:chExt cx="5760" cy="1202"/>
            </a:xfrm>
          </p:grpSpPr>
          <p:sp>
            <p:nvSpPr>
              <p:cNvPr id="49166" name="Text Box 3">
                <a:extLst>
                  <a:ext uri="{FF2B5EF4-FFF2-40B4-BE49-F238E27FC236}">
                    <a16:creationId xmlns:a16="http://schemas.microsoft.com/office/drawing/2014/main" id="{957CC2B2-5BB3-8192-9116-CC6B83DD9392}"/>
                  </a:ext>
                </a:extLst>
              </p:cNvPr>
              <p:cNvSpPr txBox="1">
                <a:spLocks noChangeArrowheads="1"/>
              </p:cNvSpPr>
              <p:nvPr/>
            </p:nvSpPr>
            <p:spPr bwMode="auto">
              <a:xfrm>
                <a:off x="0" y="47"/>
                <a:ext cx="5760"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b="1">
                    <a:latin typeface="Comic Sans MS" panose="030F0902030302020204" pitchFamily="66" charset="0"/>
                  </a:rPr>
                  <a:t>2) </a:t>
                </a:r>
                <a:r>
                  <a:rPr lang="it-IT" altLang="it-IT" sz="1800">
                    <a:latin typeface="Comic Sans MS" panose="030F0902030302020204" pitchFamily="66" charset="0"/>
                  </a:rPr>
                  <a:t>Quando le concentrazioni cellulari dei componenti una reazione endoergonica non variano al punto da rendere negativo il ΔG di una reazione, questa può avvenire nella direzione </a:t>
                </a:r>
                <a:r>
                  <a:rPr lang="it-IT" altLang="it-IT" sz="1800" b="1">
                    <a:latin typeface="Comic Sans MS" panose="030F0902030302020204" pitchFamily="66" charset="0"/>
                  </a:rPr>
                  <a:t>C      D </a:t>
                </a:r>
                <a:r>
                  <a:rPr lang="it-IT" altLang="it-IT" sz="1800">
                    <a:latin typeface="Comic Sans MS" panose="030F0902030302020204" pitchFamily="66" charset="0"/>
                  </a:rPr>
                  <a:t>se e solo se si può fornire dall</a:t>
                </a:r>
                <a:r>
                  <a:rPr lang="ja-JP" altLang="it-IT" sz="1800">
                    <a:latin typeface="Comic Sans MS" panose="030F0902030302020204" pitchFamily="66" charset="0"/>
                  </a:rPr>
                  <a:t>’</a:t>
                </a:r>
                <a:r>
                  <a:rPr lang="it-IT" altLang="ja-JP" sz="1800">
                    <a:latin typeface="Comic Sans MS" panose="030F0902030302020204" pitchFamily="66" charset="0"/>
                  </a:rPr>
                  <a:t>esterno energia libera</a:t>
                </a:r>
                <a:endParaRPr lang="it-IT" altLang="it-IT" sz="1800">
                  <a:latin typeface="Comic Sans MS" panose="030F0902030302020204" pitchFamily="66" charset="0"/>
                </a:endParaRPr>
              </a:p>
            </p:txBody>
          </p:sp>
          <p:sp>
            <p:nvSpPr>
              <p:cNvPr id="49167" name="AutoShape 4">
                <a:extLst>
                  <a:ext uri="{FF2B5EF4-FFF2-40B4-BE49-F238E27FC236}">
                    <a16:creationId xmlns:a16="http://schemas.microsoft.com/office/drawing/2014/main" id="{B844A63C-EC0B-C910-BB7E-06C0EC6D4FE6}"/>
                  </a:ext>
                </a:extLst>
              </p:cNvPr>
              <p:cNvSpPr>
                <a:spLocks noChangeArrowheads="1"/>
              </p:cNvSpPr>
              <p:nvPr/>
            </p:nvSpPr>
            <p:spPr bwMode="auto">
              <a:xfrm>
                <a:off x="839" y="480"/>
                <a:ext cx="227" cy="96"/>
              </a:xfrm>
              <a:prstGeom prst="rightArrow">
                <a:avLst>
                  <a:gd name="adj1" fmla="val 50000"/>
                  <a:gd name="adj2" fmla="val 74999"/>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9168" name="Text Box 5">
                <a:extLst>
                  <a:ext uri="{FF2B5EF4-FFF2-40B4-BE49-F238E27FC236}">
                    <a16:creationId xmlns:a16="http://schemas.microsoft.com/office/drawing/2014/main" id="{76DC301C-AD6A-9227-CF83-63501449D192}"/>
                  </a:ext>
                </a:extLst>
              </p:cNvPr>
              <p:cNvSpPr txBox="1">
                <a:spLocks noChangeArrowheads="1"/>
              </p:cNvSpPr>
              <p:nvPr/>
            </p:nvSpPr>
            <p:spPr bwMode="auto">
              <a:xfrm>
                <a:off x="0" y="672"/>
                <a:ext cx="5520"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a:latin typeface="Comic Sans MS" panose="030F0902030302020204" pitchFamily="66" charset="0"/>
                  </a:rPr>
                  <a:t>Questo è possibile solo se </a:t>
                </a:r>
                <a:r>
                  <a:rPr lang="it-IT" altLang="it-IT" sz="1800" b="1">
                    <a:latin typeface="Comic Sans MS" panose="030F0902030302020204" pitchFamily="66" charset="0"/>
                  </a:rPr>
                  <a:t>C       D</a:t>
                </a:r>
                <a:r>
                  <a:rPr lang="it-IT" altLang="it-IT" sz="1800">
                    <a:latin typeface="Comic Sans MS" panose="030F0902030302020204" pitchFamily="66" charset="0"/>
                  </a:rPr>
                  <a:t> (endoergonica) può avere qualche elemento in comune con un</a:t>
                </a:r>
                <a:r>
                  <a:rPr lang="ja-JP" altLang="it-IT" sz="1800">
                    <a:latin typeface="Comic Sans MS" panose="030F0902030302020204" pitchFamily="66" charset="0"/>
                  </a:rPr>
                  <a:t>’</a:t>
                </a:r>
                <a:r>
                  <a:rPr lang="it-IT" altLang="ja-JP" sz="1800">
                    <a:latin typeface="Comic Sans MS" panose="030F0902030302020204" pitchFamily="66" charset="0"/>
                  </a:rPr>
                  <a:t>altra reazione </a:t>
                </a:r>
                <a:r>
                  <a:rPr lang="it-IT" altLang="ja-JP" sz="1800" b="1">
                    <a:latin typeface="Comic Sans MS" panose="030F0902030302020204" pitchFamily="66" charset="0"/>
                  </a:rPr>
                  <a:t>X       Y </a:t>
                </a:r>
                <a:r>
                  <a:rPr lang="it-IT" altLang="ja-JP" sz="1800">
                    <a:latin typeface="Comic Sans MS" panose="030F0902030302020204" pitchFamily="66" charset="0"/>
                  </a:rPr>
                  <a:t>(esoergonica )in modo da avvenire nei termini di una sequenza di reazioni a cui applicare la somma dei ΔG.</a:t>
                </a:r>
                <a:endParaRPr lang="it-IT" altLang="it-IT" sz="1800">
                  <a:latin typeface="Comic Sans MS" panose="030F0902030302020204" pitchFamily="66" charset="0"/>
                </a:endParaRPr>
              </a:p>
            </p:txBody>
          </p:sp>
          <p:sp>
            <p:nvSpPr>
              <p:cNvPr id="49169" name="AutoShape 6">
                <a:extLst>
                  <a:ext uri="{FF2B5EF4-FFF2-40B4-BE49-F238E27FC236}">
                    <a16:creationId xmlns:a16="http://schemas.microsoft.com/office/drawing/2014/main" id="{2F8607A4-6B41-25C4-3922-C196706DD578}"/>
                  </a:ext>
                </a:extLst>
              </p:cNvPr>
              <p:cNvSpPr>
                <a:spLocks noChangeArrowheads="1"/>
              </p:cNvSpPr>
              <p:nvPr/>
            </p:nvSpPr>
            <p:spPr bwMode="auto">
              <a:xfrm>
                <a:off x="1968" y="720"/>
                <a:ext cx="227" cy="96"/>
              </a:xfrm>
              <a:prstGeom prst="rightArrow">
                <a:avLst>
                  <a:gd name="adj1" fmla="val 50000"/>
                  <a:gd name="adj2" fmla="val 74999"/>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49170" name="AutoShape 7">
                <a:extLst>
                  <a:ext uri="{FF2B5EF4-FFF2-40B4-BE49-F238E27FC236}">
                    <a16:creationId xmlns:a16="http://schemas.microsoft.com/office/drawing/2014/main" id="{0416CC40-D21D-7371-A5F1-958A6FD2DBB7}"/>
                  </a:ext>
                </a:extLst>
              </p:cNvPr>
              <p:cNvSpPr>
                <a:spLocks noChangeArrowheads="1"/>
              </p:cNvSpPr>
              <p:nvPr/>
            </p:nvSpPr>
            <p:spPr bwMode="auto">
              <a:xfrm>
                <a:off x="2184" y="912"/>
                <a:ext cx="227" cy="96"/>
              </a:xfrm>
              <a:prstGeom prst="rightArrow">
                <a:avLst>
                  <a:gd name="adj1" fmla="val 50000"/>
                  <a:gd name="adj2" fmla="val 74999"/>
                </a:avLst>
              </a:prstGeom>
              <a:solidFill>
                <a:schemeClr val="accent2"/>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grpSp>
        <p:sp>
          <p:nvSpPr>
            <p:cNvPr id="153608" name="Text Box 8">
              <a:extLst>
                <a:ext uri="{FF2B5EF4-FFF2-40B4-BE49-F238E27FC236}">
                  <a16:creationId xmlns:a16="http://schemas.microsoft.com/office/drawing/2014/main" id="{3BC5FC09-278D-02DC-C5B5-637364ED1DC0}"/>
                </a:ext>
              </a:extLst>
            </p:cNvPr>
            <p:cNvSpPr txBox="1">
              <a:spLocks noChangeArrowheads="1"/>
            </p:cNvSpPr>
            <p:nvPr/>
          </p:nvSpPr>
          <p:spPr bwMode="auto">
            <a:xfrm>
              <a:off x="0" y="2133600"/>
              <a:ext cx="9144000" cy="366713"/>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1800" b="1">
                  <a:effectLst>
                    <a:outerShdw blurRad="38100" dist="38100" dir="2700000" algn="tl">
                      <a:srgbClr val="000000"/>
                    </a:outerShdw>
                  </a:effectLst>
                  <a:latin typeface="Comic Sans MS" panose="030F0902030302020204" pitchFamily="66" charset="0"/>
                </a:rPr>
                <a:t>SE QUESTO SI VERIFICA SI DICE CHE LE REAZIONI SONO ACCOPPIATE</a:t>
              </a:r>
            </a:p>
          </p:txBody>
        </p:sp>
        <p:grpSp>
          <p:nvGrpSpPr>
            <p:cNvPr id="49156" name="Group 9">
              <a:extLst>
                <a:ext uri="{FF2B5EF4-FFF2-40B4-BE49-F238E27FC236}">
                  <a16:creationId xmlns:a16="http://schemas.microsoft.com/office/drawing/2014/main" id="{72763BA7-4469-25C7-3F62-9BE3A24FEEC2}"/>
                </a:ext>
              </a:extLst>
            </p:cNvPr>
            <p:cNvGrpSpPr>
              <a:grpSpLocks/>
            </p:cNvGrpSpPr>
            <p:nvPr/>
          </p:nvGrpSpPr>
          <p:grpSpPr bwMode="auto">
            <a:xfrm>
              <a:off x="457200" y="2590800"/>
              <a:ext cx="8534400" cy="4191000"/>
              <a:chOff x="288" y="1632"/>
              <a:chExt cx="5376" cy="2640"/>
            </a:xfrm>
          </p:grpSpPr>
          <p:grpSp>
            <p:nvGrpSpPr>
              <p:cNvPr id="49157" name="Group 10">
                <a:extLst>
                  <a:ext uri="{FF2B5EF4-FFF2-40B4-BE49-F238E27FC236}">
                    <a16:creationId xmlns:a16="http://schemas.microsoft.com/office/drawing/2014/main" id="{F8A93379-BEAA-BE45-51AF-9C0514DBCDD7}"/>
                  </a:ext>
                </a:extLst>
              </p:cNvPr>
              <p:cNvGrpSpPr>
                <a:grpSpLocks/>
              </p:cNvGrpSpPr>
              <p:nvPr/>
            </p:nvGrpSpPr>
            <p:grpSpPr bwMode="auto">
              <a:xfrm>
                <a:off x="288" y="3348"/>
                <a:ext cx="2640" cy="924"/>
                <a:chOff x="288" y="3348"/>
                <a:chExt cx="2640" cy="924"/>
              </a:xfrm>
            </p:grpSpPr>
            <p:sp>
              <p:nvSpPr>
                <p:cNvPr id="49164" name="Text Box 11">
                  <a:extLst>
                    <a:ext uri="{FF2B5EF4-FFF2-40B4-BE49-F238E27FC236}">
                      <a16:creationId xmlns:a16="http://schemas.microsoft.com/office/drawing/2014/main" id="{2F2C9833-D084-77F3-7E95-25DA7E63A884}"/>
                    </a:ext>
                  </a:extLst>
                </p:cNvPr>
                <p:cNvSpPr txBox="1">
                  <a:spLocks noChangeArrowheads="1"/>
                </p:cNvSpPr>
                <p:nvPr/>
              </p:nvSpPr>
              <p:spPr bwMode="auto">
                <a:xfrm>
                  <a:off x="288" y="3348"/>
                  <a:ext cx="2640" cy="924"/>
                </a:xfrm>
                <a:prstGeom prst="rect">
                  <a:avLst/>
                </a:prstGeom>
                <a:solidFill>
                  <a:srgbClr val="CC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a:solidFill>
                        <a:schemeClr val="bg1"/>
                      </a:solidFill>
                      <a:latin typeface="Comic Sans MS" panose="030F0902030302020204" pitchFamily="66" charset="0"/>
                    </a:rPr>
                    <a:t>Glucoso + Pi        </a:t>
                  </a:r>
                  <a:r>
                    <a:rPr lang="it-IT" altLang="it-IT" sz="1800"/>
                    <a:t> </a:t>
                  </a:r>
                  <a:r>
                    <a:rPr lang="it-IT" altLang="it-IT" sz="1800">
                      <a:solidFill>
                        <a:schemeClr val="bg1"/>
                      </a:solidFill>
                      <a:latin typeface="Comic Sans MS" panose="030F0902030302020204" pitchFamily="66" charset="0"/>
                    </a:rPr>
                    <a:t>      Glucoso6P + H</a:t>
                  </a:r>
                  <a:r>
                    <a:rPr lang="it-IT" altLang="it-IT" sz="1800" baseline="-25000">
                      <a:solidFill>
                        <a:schemeClr val="bg1"/>
                      </a:solidFill>
                      <a:latin typeface="Comic Sans MS" panose="030F0902030302020204" pitchFamily="66" charset="0"/>
                    </a:rPr>
                    <a:t>2</a:t>
                  </a:r>
                  <a:r>
                    <a:rPr lang="it-IT" altLang="it-IT" sz="1800">
                      <a:solidFill>
                        <a:schemeClr val="bg1"/>
                      </a:solidFill>
                      <a:latin typeface="Comic Sans MS" panose="030F0902030302020204" pitchFamily="66" charset="0"/>
                    </a:rPr>
                    <a:t>O</a:t>
                  </a:r>
                </a:p>
                <a:p>
                  <a:pPr eaLnBrk="1" hangingPunct="1">
                    <a:spcBef>
                      <a:spcPct val="50000"/>
                    </a:spcBef>
                    <a:buFontTx/>
                    <a:buNone/>
                  </a:pPr>
                  <a:r>
                    <a:rPr lang="it-IT" altLang="it-IT" sz="1800">
                      <a:solidFill>
                        <a:schemeClr val="bg1"/>
                      </a:solidFill>
                      <a:latin typeface="Comic Sans MS" panose="030F0902030302020204" pitchFamily="66" charset="0"/>
                    </a:rPr>
                    <a:t>ΔG°</a:t>
                  </a:r>
                  <a:r>
                    <a:rPr lang="it-IT" altLang="it-IT" sz="1800" baseline="30000">
                      <a:solidFill>
                        <a:schemeClr val="bg1"/>
                      </a:solidFill>
                      <a:latin typeface="Comic Sans MS" panose="030F0902030302020204" pitchFamily="66" charset="0"/>
                    </a:rPr>
                    <a:t>1 </a:t>
                  </a:r>
                  <a:r>
                    <a:rPr lang="it-IT" altLang="it-IT" sz="1800">
                      <a:solidFill>
                        <a:schemeClr val="bg1"/>
                      </a:solidFill>
                      <a:latin typeface="Comic Sans MS" panose="030F0902030302020204" pitchFamily="66" charset="0"/>
                    </a:rPr>
                    <a:t>= + 3,300 cal/mole</a:t>
                  </a:r>
                </a:p>
                <a:p>
                  <a:pPr eaLnBrk="1" hangingPunct="1">
                    <a:spcBef>
                      <a:spcPct val="50000"/>
                    </a:spcBef>
                    <a:buFontTx/>
                    <a:buNone/>
                  </a:pPr>
                  <a:r>
                    <a:rPr lang="it-IT" altLang="it-IT" sz="1800">
                      <a:solidFill>
                        <a:schemeClr val="bg1"/>
                      </a:solidFill>
                      <a:latin typeface="Comic Sans MS" panose="030F0902030302020204" pitchFamily="66" charset="0"/>
                    </a:rPr>
                    <a:t>Reazione endoergonica</a:t>
                  </a:r>
                </a:p>
              </p:txBody>
            </p:sp>
            <p:sp>
              <p:nvSpPr>
                <p:cNvPr id="49165" name="Line 12">
                  <a:extLst>
                    <a:ext uri="{FF2B5EF4-FFF2-40B4-BE49-F238E27FC236}">
                      <a16:creationId xmlns:a16="http://schemas.microsoft.com/office/drawing/2014/main" id="{F34B1546-D635-707D-0086-065C63121D9D}"/>
                    </a:ext>
                  </a:extLst>
                </p:cNvPr>
                <p:cNvSpPr>
                  <a:spLocks noChangeShapeType="1"/>
                </p:cNvSpPr>
                <p:nvPr/>
              </p:nvSpPr>
              <p:spPr bwMode="auto">
                <a:xfrm>
                  <a:off x="1152" y="3456"/>
                  <a:ext cx="464"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grpSp>
          <p:grpSp>
            <p:nvGrpSpPr>
              <p:cNvPr id="49158" name="Group 13">
                <a:extLst>
                  <a:ext uri="{FF2B5EF4-FFF2-40B4-BE49-F238E27FC236}">
                    <a16:creationId xmlns:a16="http://schemas.microsoft.com/office/drawing/2014/main" id="{441C5293-87FC-F343-80FD-E821BF55B521}"/>
                  </a:ext>
                </a:extLst>
              </p:cNvPr>
              <p:cNvGrpSpPr>
                <a:grpSpLocks/>
              </p:cNvGrpSpPr>
              <p:nvPr/>
            </p:nvGrpSpPr>
            <p:grpSpPr bwMode="auto">
              <a:xfrm>
                <a:off x="3168" y="3360"/>
                <a:ext cx="2496" cy="751"/>
                <a:chOff x="3168" y="3360"/>
                <a:chExt cx="2496" cy="751"/>
              </a:xfrm>
            </p:grpSpPr>
            <p:sp>
              <p:nvSpPr>
                <p:cNvPr id="49162" name="Text Box 14">
                  <a:extLst>
                    <a:ext uri="{FF2B5EF4-FFF2-40B4-BE49-F238E27FC236}">
                      <a16:creationId xmlns:a16="http://schemas.microsoft.com/office/drawing/2014/main" id="{F3DC2095-0F89-DB73-A80A-38A620901951}"/>
                    </a:ext>
                  </a:extLst>
                </p:cNvPr>
                <p:cNvSpPr txBox="1">
                  <a:spLocks noChangeArrowheads="1"/>
                </p:cNvSpPr>
                <p:nvPr/>
              </p:nvSpPr>
              <p:spPr bwMode="auto">
                <a:xfrm>
                  <a:off x="3168" y="3360"/>
                  <a:ext cx="2496" cy="751"/>
                </a:xfrm>
                <a:prstGeom prst="rect">
                  <a:avLst/>
                </a:prstGeom>
                <a:solidFill>
                  <a:srgbClr val="CC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a:solidFill>
                        <a:schemeClr val="bg1"/>
                      </a:solidFill>
                      <a:latin typeface="Comic Sans MS" panose="030F0902030302020204" pitchFamily="66" charset="0"/>
                    </a:rPr>
                    <a:t>ATP + H</a:t>
                  </a:r>
                  <a:r>
                    <a:rPr lang="it-IT" altLang="it-IT" sz="1800" baseline="-25000">
                      <a:solidFill>
                        <a:schemeClr val="bg1"/>
                      </a:solidFill>
                      <a:latin typeface="Comic Sans MS" panose="030F0902030302020204" pitchFamily="66" charset="0"/>
                    </a:rPr>
                    <a:t>2</a:t>
                  </a:r>
                  <a:r>
                    <a:rPr lang="it-IT" altLang="it-IT" sz="1800">
                      <a:solidFill>
                        <a:schemeClr val="bg1"/>
                      </a:solidFill>
                      <a:latin typeface="Comic Sans MS" panose="030F0902030302020204" pitchFamily="66" charset="0"/>
                    </a:rPr>
                    <a:t>O                   ADP + Pi </a:t>
                  </a:r>
                </a:p>
                <a:p>
                  <a:pPr eaLnBrk="1" hangingPunct="1">
                    <a:spcBef>
                      <a:spcPct val="50000"/>
                    </a:spcBef>
                    <a:buFontTx/>
                    <a:buNone/>
                  </a:pPr>
                  <a:r>
                    <a:rPr lang="it-IT" altLang="it-IT" sz="1800">
                      <a:solidFill>
                        <a:schemeClr val="bg1"/>
                      </a:solidFill>
                      <a:latin typeface="Comic Sans MS" panose="030F0902030302020204" pitchFamily="66" charset="0"/>
                    </a:rPr>
                    <a:t>ΔG°</a:t>
                  </a:r>
                  <a:r>
                    <a:rPr lang="it-IT" altLang="it-IT" sz="1800" baseline="30000">
                      <a:solidFill>
                        <a:schemeClr val="bg1"/>
                      </a:solidFill>
                      <a:latin typeface="Comic Sans MS" panose="030F0902030302020204" pitchFamily="66" charset="0"/>
                    </a:rPr>
                    <a:t>1 </a:t>
                  </a:r>
                  <a:r>
                    <a:rPr lang="it-IT" altLang="it-IT" sz="1800">
                      <a:solidFill>
                        <a:schemeClr val="bg1"/>
                      </a:solidFill>
                      <a:latin typeface="Comic Sans MS" panose="030F0902030302020204" pitchFamily="66" charset="0"/>
                    </a:rPr>
                    <a:t>= -7,300 cal/mole</a:t>
                  </a:r>
                  <a:endParaRPr lang="it-IT" altLang="it-IT" sz="1800" baseline="30000">
                    <a:solidFill>
                      <a:schemeClr val="bg1"/>
                    </a:solidFill>
                    <a:latin typeface="Comic Sans MS" panose="030F0902030302020204" pitchFamily="66" charset="0"/>
                  </a:endParaRPr>
                </a:p>
                <a:p>
                  <a:pPr eaLnBrk="1" hangingPunct="1">
                    <a:spcBef>
                      <a:spcPct val="50000"/>
                    </a:spcBef>
                    <a:buFontTx/>
                    <a:buNone/>
                  </a:pPr>
                  <a:r>
                    <a:rPr lang="it-IT" altLang="it-IT" sz="1800">
                      <a:solidFill>
                        <a:schemeClr val="bg1"/>
                      </a:solidFill>
                      <a:latin typeface="Comic Sans MS" panose="030F0902030302020204" pitchFamily="66" charset="0"/>
                    </a:rPr>
                    <a:t>Reazione esoergonica</a:t>
                  </a:r>
                </a:p>
              </p:txBody>
            </p:sp>
            <p:sp>
              <p:nvSpPr>
                <p:cNvPr id="49163" name="Line 15">
                  <a:extLst>
                    <a:ext uri="{FF2B5EF4-FFF2-40B4-BE49-F238E27FC236}">
                      <a16:creationId xmlns:a16="http://schemas.microsoft.com/office/drawing/2014/main" id="{531A87FD-1FB6-EA81-738F-3FB4A90CF7B8}"/>
                    </a:ext>
                  </a:extLst>
                </p:cNvPr>
                <p:cNvSpPr>
                  <a:spLocks noChangeShapeType="1"/>
                </p:cNvSpPr>
                <p:nvPr/>
              </p:nvSpPr>
              <p:spPr bwMode="auto">
                <a:xfrm>
                  <a:off x="4044" y="3456"/>
                  <a:ext cx="564"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grpSp>
          <p:grpSp>
            <p:nvGrpSpPr>
              <p:cNvPr id="49159" name="Group 16">
                <a:extLst>
                  <a:ext uri="{FF2B5EF4-FFF2-40B4-BE49-F238E27FC236}">
                    <a16:creationId xmlns:a16="http://schemas.microsoft.com/office/drawing/2014/main" id="{77E166CB-8DF9-6C18-423C-691F7CB16C13}"/>
                  </a:ext>
                </a:extLst>
              </p:cNvPr>
              <p:cNvGrpSpPr>
                <a:grpSpLocks/>
              </p:cNvGrpSpPr>
              <p:nvPr/>
            </p:nvGrpSpPr>
            <p:grpSpPr bwMode="auto">
              <a:xfrm>
                <a:off x="1152" y="1632"/>
                <a:ext cx="3441" cy="1584"/>
                <a:chOff x="1152" y="1632"/>
                <a:chExt cx="3441" cy="1584"/>
              </a:xfrm>
            </p:grpSpPr>
            <p:pic>
              <p:nvPicPr>
                <p:cNvPr id="49160" name="Picture 17" descr="glucoso">
                  <a:extLst>
                    <a:ext uri="{FF2B5EF4-FFF2-40B4-BE49-F238E27FC236}">
                      <a16:creationId xmlns:a16="http://schemas.microsoft.com/office/drawing/2014/main" id="{29015195-1710-5838-CF3F-FCF1D6B7E2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 y="1632"/>
                  <a:ext cx="3441" cy="1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1" name="Rectangle 18">
                  <a:extLst>
                    <a:ext uri="{FF2B5EF4-FFF2-40B4-BE49-F238E27FC236}">
                      <a16:creationId xmlns:a16="http://schemas.microsoft.com/office/drawing/2014/main" id="{AB326621-34A4-10FA-6B66-587F8FD9CA69}"/>
                    </a:ext>
                  </a:extLst>
                </p:cNvPr>
                <p:cNvSpPr>
                  <a:spLocks noChangeArrowheads="1"/>
                </p:cNvSpPr>
                <p:nvPr/>
              </p:nvSpPr>
              <p:spPr bwMode="auto">
                <a:xfrm>
                  <a:off x="2496" y="3024"/>
                  <a:ext cx="2064" cy="192"/>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it-IT" altLang="it-IT" sz="1600">
                      <a:solidFill>
                        <a:schemeClr val="accent2"/>
                      </a:solidFill>
                      <a:latin typeface="Comic Sans MS" panose="030F0902030302020204" pitchFamily="66" charset="0"/>
                    </a:rPr>
                    <a:t>ΔG°</a:t>
                  </a:r>
                  <a:r>
                    <a:rPr lang="it-IT" altLang="it-IT" sz="1600" baseline="30000">
                      <a:solidFill>
                        <a:schemeClr val="accent2"/>
                      </a:solidFill>
                      <a:latin typeface="Comic Sans MS" panose="030F0902030302020204" pitchFamily="66" charset="0"/>
                    </a:rPr>
                    <a:t>1 </a:t>
                  </a:r>
                  <a:r>
                    <a:rPr lang="it-IT" altLang="it-IT" sz="1600">
                      <a:solidFill>
                        <a:schemeClr val="accent2"/>
                      </a:solidFill>
                      <a:latin typeface="Comic Sans MS" panose="030F0902030302020204" pitchFamily="66" charset="0"/>
                    </a:rPr>
                    <a:t>= - 4,000cal/mole</a:t>
                  </a:r>
                </a:p>
              </p:txBody>
            </p:sp>
          </p:gr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1" name="Picture 2" descr="0604 Reaction coupling">
            <a:extLst>
              <a:ext uri="{FF2B5EF4-FFF2-40B4-BE49-F238E27FC236}">
                <a16:creationId xmlns:a16="http://schemas.microsoft.com/office/drawing/2014/main" id="{F44B717C-17C0-4A45-B7C8-E405B4D15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34938"/>
            <a:ext cx="2855913" cy="649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49" name="Picture 2" descr="Fig">
            <a:extLst>
              <a:ext uri="{FF2B5EF4-FFF2-40B4-BE49-F238E27FC236}">
                <a16:creationId xmlns:a16="http://schemas.microsoft.com/office/drawing/2014/main" id="{88E9C4EB-3CF6-5662-F539-F027C8B91F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2525" y="152400"/>
            <a:ext cx="4298950" cy="645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F1F5891-205D-03D9-3732-C0BF1EE321D4}"/>
              </a:ext>
            </a:extLst>
          </p:cNvPr>
          <p:cNvGrpSpPr>
            <a:grpSpLocks/>
          </p:cNvGrpSpPr>
          <p:nvPr/>
        </p:nvGrpSpPr>
        <p:grpSpPr bwMode="auto">
          <a:xfrm>
            <a:off x="898525" y="411163"/>
            <a:ext cx="7559675" cy="4926012"/>
            <a:chOff x="566" y="259"/>
            <a:chExt cx="4762" cy="3103"/>
          </a:xfrm>
        </p:grpSpPr>
        <p:sp>
          <p:nvSpPr>
            <p:cNvPr id="55298" name="Text Box 3">
              <a:extLst>
                <a:ext uri="{FF2B5EF4-FFF2-40B4-BE49-F238E27FC236}">
                  <a16:creationId xmlns:a16="http://schemas.microsoft.com/office/drawing/2014/main" id="{8DCDE144-C728-23F4-6F46-563D121DB88D}"/>
                </a:ext>
              </a:extLst>
            </p:cNvPr>
            <p:cNvSpPr txBox="1">
              <a:spLocks noChangeArrowheads="1"/>
            </p:cNvSpPr>
            <p:nvPr/>
          </p:nvSpPr>
          <p:spPr bwMode="auto">
            <a:xfrm>
              <a:off x="2160" y="259"/>
              <a:ext cx="203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it-IT" sz="3600" b="1">
                  <a:solidFill>
                    <a:srgbClr val="FFFF00"/>
                  </a:solidFill>
                  <a:latin typeface="Comic Sans MS" panose="030F0902030302020204" pitchFamily="66" charset="0"/>
                  <a:sym typeface="Symbol" pitchFamily="2" charset="2"/>
                </a:rPr>
                <a:t>Riassumendo</a:t>
              </a:r>
            </a:p>
          </p:txBody>
        </p:sp>
        <p:sp>
          <p:nvSpPr>
            <p:cNvPr id="55299" name="Text Box 4">
              <a:extLst>
                <a:ext uri="{FF2B5EF4-FFF2-40B4-BE49-F238E27FC236}">
                  <a16:creationId xmlns:a16="http://schemas.microsoft.com/office/drawing/2014/main" id="{2FBB1D2A-363C-9CF6-8727-51D96A38BB37}"/>
                </a:ext>
              </a:extLst>
            </p:cNvPr>
            <p:cNvSpPr txBox="1">
              <a:spLocks noChangeArrowheads="1"/>
            </p:cNvSpPr>
            <p:nvPr/>
          </p:nvSpPr>
          <p:spPr bwMode="auto">
            <a:xfrm>
              <a:off x="566" y="887"/>
              <a:ext cx="4762" cy="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it-IT" sz="2800" b="1">
                  <a:latin typeface="Comic Sans MS" panose="030F0902030302020204" pitchFamily="66" charset="0"/>
                </a:rPr>
                <a:t>Ci sono 2 modi per controllare la direzione delle reazioni negli organismi viventi</a:t>
              </a:r>
            </a:p>
            <a:p>
              <a:pPr eaLnBrk="1" hangingPunct="1">
                <a:spcBef>
                  <a:spcPct val="0"/>
                </a:spcBef>
                <a:buFontTx/>
                <a:buNone/>
              </a:pPr>
              <a:endParaRPr lang="en-US" altLang="it-IT" sz="2800" b="1">
                <a:solidFill>
                  <a:schemeClr val="accent2"/>
                </a:solidFill>
                <a:latin typeface="Comic Sans MS" panose="030F0902030302020204" pitchFamily="66" charset="0"/>
              </a:endParaRPr>
            </a:p>
            <a:p>
              <a:pPr eaLnBrk="1" hangingPunct="1">
                <a:spcBef>
                  <a:spcPct val="0"/>
                </a:spcBef>
                <a:buFontTx/>
                <a:buAutoNum type="arabicPeriod"/>
              </a:pPr>
              <a:r>
                <a:rPr lang="en-US" altLang="it-IT" sz="2400" b="1">
                  <a:latin typeface="Comic Sans MS" panose="030F0902030302020204" pitchFamily="66" charset="0"/>
                </a:rPr>
                <a:t>Manipolare la concentrazione dei reagenti e dei prodotti</a:t>
              </a:r>
            </a:p>
            <a:p>
              <a:pPr eaLnBrk="1" hangingPunct="1">
                <a:spcBef>
                  <a:spcPct val="0"/>
                </a:spcBef>
                <a:buFontTx/>
                <a:buAutoNum type="arabicPeriod"/>
              </a:pPr>
              <a:endParaRPr lang="en-US" altLang="it-IT" sz="2400" b="1">
                <a:latin typeface="Comic Sans MS" panose="030F0902030302020204" pitchFamily="66" charset="0"/>
              </a:endParaRPr>
            </a:p>
            <a:p>
              <a:pPr eaLnBrk="1" hangingPunct="1">
                <a:spcBef>
                  <a:spcPct val="0"/>
                </a:spcBef>
                <a:buFontTx/>
                <a:buAutoNum type="arabicPeriod"/>
              </a:pPr>
              <a:r>
                <a:rPr lang="en-US" altLang="it-IT" sz="2400" b="1">
                  <a:latin typeface="Comic Sans MS" panose="030F0902030302020204" pitchFamily="66" charset="0"/>
                </a:rPr>
                <a:t>Accoppiare ad una reazione con </a:t>
              </a:r>
              <a:r>
                <a:rPr lang="en-US" altLang="it-IT" sz="2400" b="1">
                  <a:latin typeface="Comic Sans MS" panose="030F0902030302020204" pitchFamily="66" charset="0"/>
                  <a:sym typeface="Symbol" pitchFamily="2" charset="2"/>
                </a:rPr>
                <a:t>G positivo l</a:t>
              </a:r>
              <a:r>
                <a:rPr lang="en-US" altLang="en-US" sz="2400" b="1">
                  <a:latin typeface="Comic Sans MS" panose="030F0902030302020204" pitchFamily="66" charset="0"/>
                  <a:sym typeface="Symbol" pitchFamily="2" charset="2"/>
                </a:rPr>
                <a:t>’</a:t>
              </a:r>
              <a:r>
                <a:rPr lang="en-US" altLang="it-IT" sz="2400" b="1">
                  <a:latin typeface="Comic Sans MS" panose="030F0902030302020204" pitchFamily="66" charset="0"/>
                  <a:sym typeface="Symbol" pitchFamily="2" charset="2"/>
                </a:rPr>
                <a:t>idrolisi di ATP (processo esoergonico) al fine di ottenere una nuova reazione con una variazione di energia libera negativa.</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 Box 2">
            <a:extLst>
              <a:ext uri="{FF2B5EF4-FFF2-40B4-BE49-F238E27FC236}">
                <a16:creationId xmlns:a16="http://schemas.microsoft.com/office/drawing/2014/main" id="{7BA73540-D12A-B44A-6B7D-35FAF09F0BBF}"/>
              </a:ext>
            </a:extLst>
          </p:cNvPr>
          <p:cNvSpPr txBox="1">
            <a:spLocks noChangeArrowheads="1"/>
          </p:cNvSpPr>
          <p:nvPr/>
        </p:nvSpPr>
        <p:spPr bwMode="auto">
          <a:xfrm>
            <a:off x="0" y="358775"/>
            <a:ext cx="914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2000" b="1">
                <a:solidFill>
                  <a:srgbClr val="FFFF00"/>
                </a:solidFill>
                <a:latin typeface="Comic Sans MS" panose="030F0902030302020204" pitchFamily="66" charset="0"/>
              </a:rPr>
              <a:t>IL FLUSSO DI ENERGIA NEL METABOLISMO SI IMPERNIA SU REAZIONI ACCOPPIATE</a:t>
            </a:r>
          </a:p>
        </p:txBody>
      </p:sp>
      <p:grpSp>
        <p:nvGrpSpPr>
          <p:cNvPr id="2" name="Group 3">
            <a:extLst>
              <a:ext uri="{FF2B5EF4-FFF2-40B4-BE49-F238E27FC236}">
                <a16:creationId xmlns:a16="http://schemas.microsoft.com/office/drawing/2014/main" id="{973850AD-BBAC-FC67-0063-E5560F5DB4A6}"/>
              </a:ext>
            </a:extLst>
          </p:cNvPr>
          <p:cNvGrpSpPr>
            <a:grpSpLocks/>
          </p:cNvGrpSpPr>
          <p:nvPr/>
        </p:nvGrpSpPr>
        <p:grpSpPr bwMode="auto">
          <a:xfrm>
            <a:off x="228600" y="1196975"/>
            <a:ext cx="8686800" cy="4968875"/>
            <a:chOff x="144" y="672"/>
            <a:chExt cx="5472" cy="3130"/>
          </a:xfrm>
        </p:grpSpPr>
        <p:pic>
          <p:nvPicPr>
            <p:cNvPr id="57347" name="Picture 4" descr="Bioenergetica 10">
              <a:extLst>
                <a:ext uri="{FF2B5EF4-FFF2-40B4-BE49-F238E27FC236}">
                  <a16:creationId xmlns:a16="http://schemas.microsoft.com/office/drawing/2014/main" id="{33CDEFEA-E7CF-8680-7B42-25C5DA5C93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 y="672"/>
              <a:ext cx="3564" cy="2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3" name="Text Box 5">
              <a:extLst>
                <a:ext uri="{FF2B5EF4-FFF2-40B4-BE49-F238E27FC236}">
                  <a16:creationId xmlns:a16="http://schemas.microsoft.com/office/drawing/2014/main" id="{AEBDB6AF-D9BB-1DA4-4470-DBDCC5035C11}"/>
                </a:ext>
              </a:extLst>
            </p:cNvPr>
            <p:cNvSpPr txBox="1">
              <a:spLocks noChangeArrowheads="1"/>
            </p:cNvSpPr>
            <p:nvPr/>
          </p:nvSpPr>
          <p:spPr bwMode="auto">
            <a:xfrm>
              <a:off x="144" y="3360"/>
              <a:ext cx="5472" cy="442"/>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defRPr/>
              </a:pPr>
              <a:r>
                <a:rPr lang="it-IT" altLang="it-IT" sz="2000" b="1">
                  <a:solidFill>
                    <a:srgbClr val="FFFF00"/>
                  </a:solidFill>
                  <a:effectLst>
                    <a:outerShdw blurRad="38100" dist="38100" dir="2700000" algn="tl">
                      <a:srgbClr val="000000"/>
                    </a:outerShdw>
                  </a:effectLst>
                  <a:latin typeface="Comic Sans MS" panose="030F0902030302020204" pitchFamily="66" charset="0"/>
                </a:rPr>
                <a:t>LA MOLECOLA ENERGETICA PIU</a:t>
              </a:r>
              <a:r>
                <a:rPr lang="ja-JP" altLang="it-IT" sz="2000" b="1">
                  <a:solidFill>
                    <a:srgbClr val="FFFF00"/>
                  </a:solidFill>
                  <a:effectLst>
                    <a:outerShdw blurRad="38100" dist="38100" dir="2700000" algn="tl">
                      <a:srgbClr val="000000"/>
                    </a:outerShdw>
                  </a:effectLst>
                  <a:latin typeface="Comic Sans MS" panose="030F0902030302020204" pitchFamily="66" charset="0"/>
                </a:rPr>
                <a:t>’</a:t>
              </a:r>
              <a:r>
                <a:rPr lang="it-IT" altLang="ja-JP" sz="2000" b="1">
                  <a:solidFill>
                    <a:srgbClr val="FFFF00"/>
                  </a:solidFill>
                  <a:effectLst>
                    <a:outerShdw blurRad="38100" dist="38100" dir="2700000" algn="tl">
                      <a:srgbClr val="000000"/>
                    </a:outerShdw>
                  </a:effectLst>
                  <a:latin typeface="Comic Sans MS" panose="030F0902030302020204" pitchFamily="66" charset="0"/>
                </a:rPr>
                <a:t> COMUNEMENTE USATA COME INTERMEDIO DI REAZIONE E</a:t>
              </a:r>
              <a:r>
                <a:rPr lang="ja-JP" altLang="it-IT" sz="2000" b="1">
                  <a:solidFill>
                    <a:srgbClr val="FFFF00"/>
                  </a:solidFill>
                  <a:effectLst>
                    <a:outerShdw blurRad="38100" dist="38100" dir="2700000" algn="tl">
                      <a:srgbClr val="000000"/>
                    </a:outerShdw>
                  </a:effectLst>
                  <a:latin typeface="Comic Sans MS" panose="030F0902030302020204" pitchFamily="66" charset="0"/>
                </a:rPr>
                <a:t>’</a:t>
              </a:r>
              <a:r>
                <a:rPr lang="it-IT" altLang="ja-JP" sz="2000" b="1">
                  <a:solidFill>
                    <a:srgbClr val="FFFF00"/>
                  </a:solidFill>
                  <a:effectLst>
                    <a:outerShdw blurRad="38100" dist="38100" dir="2700000" algn="tl">
                      <a:srgbClr val="000000"/>
                    </a:outerShdw>
                  </a:effectLst>
                  <a:latin typeface="Comic Sans MS" panose="030F0902030302020204" pitchFamily="66" charset="0"/>
                </a:rPr>
                <a:t> L</a:t>
              </a:r>
              <a:r>
                <a:rPr lang="ja-JP" altLang="it-IT" sz="2000" b="1">
                  <a:solidFill>
                    <a:srgbClr val="FFFF00"/>
                  </a:solidFill>
                  <a:effectLst>
                    <a:outerShdw blurRad="38100" dist="38100" dir="2700000" algn="tl">
                      <a:srgbClr val="000000"/>
                    </a:outerShdw>
                  </a:effectLst>
                  <a:latin typeface="Comic Sans MS" panose="030F0902030302020204" pitchFamily="66" charset="0"/>
                </a:rPr>
                <a:t>’</a:t>
              </a:r>
              <a:r>
                <a:rPr lang="it-IT" altLang="ja-JP" sz="2000" b="1">
                  <a:solidFill>
                    <a:srgbClr val="FFFF00"/>
                  </a:solidFill>
                  <a:effectLst>
                    <a:outerShdw blurRad="38100" dist="38100" dir="2700000" algn="tl">
                      <a:srgbClr val="000000"/>
                    </a:outerShdw>
                  </a:effectLst>
                  <a:latin typeface="Comic Sans MS" panose="030F0902030302020204" pitchFamily="66" charset="0"/>
                </a:rPr>
                <a:t>ATP</a:t>
              </a:r>
              <a:endParaRPr lang="it-IT" altLang="it-IT" sz="2000" b="1">
                <a:solidFill>
                  <a:srgbClr val="FFFF00"/>
                </a:solidFill>
                <a:effectLst>
                  <a:outerShdw blurRad="38100" dist="38100" dir="2700000" algn="tl">
                    <a:srgbClr val="000000"/>
                  </a:outerShdw>
                </a:effectLst>
                <a:latin typeface="Comic Sans MS" panose="030F09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30050"/>
                                        </p:tgtEl>
                                        <p:attrNameLst>
                                          <p:attrName>style.visibility</p:attrName>
                                        </p:attrNameLst>
                                      </p:cBhvr>
                                      <p:to>
                                        <p:strVal val="visible"/>
                                      </p:to>
                                    </p:set>
                                    <p:animEffect transition="in" filter="box(out)">
                                      <p:cBhvr>
                                        <p:cTn id="7" dur="500"/>
                                        <p:tgtEl>
                                          <p:spTgt spid="130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EF7524A-910F-4E6C-0557-C1686BC1BB5F}"/>
              </a:ext>
            </a:extLst>
          </p:cNvPr>
          <p:cNvGrpSpPr>
            <a:grpSpLocks/>
          </p:cNvGrpSpPr>
          <p:nvPr/>
        </p:nvGrpSpPr>
        <p:grpSpPr bwMode="auto">
          <a:xfrm>
            <a:off x="34925" y="379413"/>
            <a:ext cx="9144000" cy="5929312"/>
            <a:chOff x="-227" y="-16"/>
            <a:chExt cx="5760" cy="3735"/>
          </a:xfrm>
        </p:grpSpPr>
        <p:pic>
          <p:nvPicPr>
            <p:cNvPr id="59394" name="Picture 3" descr="Termodinamica 9">
              <a:extLst>
                <a:ext uri="{FF2B5EF4-FFF2-40B4-BE49-F238E27FC236}">
                  <a16:creationId xmlns:a16="http://schemas.microsoft.com/office/drawing/2014/main" id="{B16ABBB6-6F40-8A99-EEFD-7C93D91A8E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544"/>
              <a:ext cx="4437" cy="2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5" name="Text Box 4">
              <a:extLst>
                <a:ext uri="{FF2B5EF4-FFF2-40B4-BE49-F238E27FC236}">
                  <a16:creationId xmlns:a16="http://schemas.microsoft.com/office/drawing/2014/main" id="{A7A02152-0D32-B283-D37C-363E218F124D}"/>
                </a:ext>
              </a:extLst>
            </p:cNvPr>
            <p:cNvSpPr txBox="1">
              <a:spLocks noChangeArrowheads="1"/>
            </p:cNvSpPr>
            <p:nvPr/>
          </p:nvSpPr>
          <p:spPr bwMode="auto">
            <a:xfrm>
              <a:off x="1104" y="-16"/>
              <a:ext cx="321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solidFill>
                    <a:srgbClr val="FFFF00"/>
                  </a:solidFill>
                  <a:latin typeface="Comic Sans MS" panose="030F0902030302020204" pitchFamily="66" charset="0"/>
                </a:rPr>
                <a:t>Il Mg++ si lega all</a:t>
              </a:r>
              <a:r>
                <a:rPr lang="ja-JP" altLang="it-IT" sz="2400" b="1">
                  <a:solidFill>
                    <a:srgbClr val="FFFF00"/>
                  </a:solidFill>
                  <a:latin typeface="Comic Sans MS" panose="030F0902030302020204" pitchFamily="66" charset="0"/>
                </a:rPr>
                <a:t>’</a:t>
              </a:r>
              <a:r>
                <a:rPr lang="it-IT" altLang="ja-JP" sz="2400" b="1">
                  <a:solidFill>
                    <a:srgbClr val="FFFF00"/>
                  </a:solidFill>
                  <a:latin typeface="Comic Sans MS" panose="030F0902030302020204" pitchFamily="66" charset="0"/>
                </a:rPr>
                <a:t>ADP e all</a:t>
              </a:r>
              <a:r>
                <a:rPr lang="ja-JP" altLang="it-IT" sz="2400" b="1">
                  <a:solidFill>
                    <a:srgbClr val="FFFF00"/>
                  </a:solidFill>
                  <a:latin typeface="Comic Sans MS" panose="030F0902030302020204" pitchFamily="66" charset="0"/>
                </a:rPr>
                <a:t>’</a:t>
              </a:r>
              <a:r>
                <a:rPr lang="it-IT" altLang="ja-JP" sz="2400" b="1">
                  <a:solidFill>
                    <a:srgbClr val="FFFF00"/>
                  </a:solidFill>
                  <a:latin typeface="Comic Sans MS" panose="030F0902030302020204" pitchFamily="66" charset="0"/>
                </a:rPr>
                <a:t>ATP</a:t>
              </a:r>
              <a:endParaRPr lang="it-IT" altLang="it-IT" sz="2400" b="1">
                <a:solidFill>
                  <a:srgbClr val="FFFF00"/>
                </a:solidFill>
                <a:latin typeface="Comic Sans MS" panose="030F0902030302020204" pitchFamily="66" charset="0"/>
              </a:endParaRPr>
            </a:p>
          </p:txBody>
        </p:sp>
        <p:sp>
          <p:nvSpPr>
            <p:cNvPr id="59396" name="Text Box 5">
              <a:extLst>
                <a:ext uri="{FF2B5EF4-FFF2-40B4-BE49-F238E27FC236}">
                  <a16:creationId xmlns:a16="http://schemas.microsoft.com/office/drawing/2014/main" id="{A3190F42-1903-2D18-B7A2-BA014F3A66DB}"/>
                </a:ext>
              </a:extLst>
            </p:cNvPr>
            <p:cNvSpPr txBox="1">
              <a:spLocks noChangeArrowheads="1"/>
            </p:cNvSpPr>
            <p:nvPr/>
          </p:nvSpPr>
          <p:spPr bwMode="auto">
            <a:xfrm>
              <a:off x="-227" y="2968"/>
              <a:ext cx="5760" cy="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just" eaLnBrk="1" hangingPunct="1">
                <a:spcBef>
                  <a:spcPct val="50000"/>
                </a:spcBef>
                <a:buFontTx/>
                <a:buNone/>
              </a:pPr>
              <a:r>
                <a:rPr lang="it-IT" altLang="it-IT" sz="1800" b="1">
                  <a:solidFill>
                    <a:srgbClr val="FFFF00"/>
                  </a:solidFill>
                  <a:latin typeface="Comic Sans MS" panose="030F0902030302020204" pitchFamily="66" charset="0"/>
                </a:rPr>
                <a:t>L</a:t>
              </a:r>
              <a:r>
                <a:rPr lang="ja-JP" altLang="it-IT" sz="1800" b="1">
                  <a:solidFill>
                    <a:srgbClr val="FFFF00"/>
                  </a:solidFill>
                  <a:latin typeface="Comic Sans MS" panose="030F0902030302020204" pitchFamily="66" charset="0"/>
                </a:rPr>
                <a:t>’</a:t>
              </a:r>
              <a:r>
                <a:rPr lang="it-IT" altLang="ja-JP" sz="1800" b="1">
                  <a:solidFill>
                    <a:srgbClr val="FFFF00"/>
                  </a:solidFill>
                  <a:latin typeface="Comic Sans MS" panose="030F0902030302020204" pitchFamily="66" charset="0"/>
                </a:rPr>
                <a:t>energia libera di idrolisi dell</a:t>
              </a:r>
              <a:r>
                <a:rPr lang="ja-JP" altLang="it-IT" sz="1800" b="1">
                  <a:solidFill>
                    <a:srgbClr val="FFFF00"/>
                  </a:solidFill>
                  <a:latin typeface="Comic Sans MS" panose="030F0902030302020204" pitchFamily="66" charset="0"/>
                </a:rPr>
                <a:t>’</a:t>
              </a:r>
              <a:r>
                <a:rPr lang="it-IT" altLang="ja-JP" sz="1800" b="1">
                  <a:solidFill>
                    <a:srgbClr val="FFFF00"/>
                  </a:solidFill>
                  <a:latin typeface="Comic Sans MS" panose="030F0902030302020204" pitchFamily="66" charset="0"/>
                </a:rPr>
                <a:t>ATP nella cellula può essere approssimata a</a:t>
              </a:r>
            </a:p>
            <a:p>
              <a:pPr algn="just" eaLnBrk="1" hangingPunct="1">
                <a:spcBef>
                  <a:spcPct val="50000"/>
                </a:spcBef>
                <a:buFontTx/>
                <a:buNone/>
              </a:pPr>
              <a:r>
                <a:rPr lang="it-IT" altLang="it-IT" sz="1800" b="1">
                  <a:solidFill>
                    <a:srgbClr val="FFFF00"/>
                  </a:solidFill>
                  <a:latin typeface="Comic Sans MS" panose="030F0902030302020204" pitchFamily="66" charset="0"/>
                </a:rPr>
                <a:t> -12,000 cal/mole, tuttavia tale valore non è costante ma può variare nella</a:t>
              </a:r>
            </a:p>
            <a:p>
              <a:pPr algn="just" eaLnBrk="1" hangingPunct="1">
                <a:spcBef>
                  <a:spcPct val="50000"/>
                </a:spcBef>
                <a:buFontTx/>
                <a:buNone/>
              </a:pPr>
              <a:r>
                <a:rPr lang="it-IT" altLang="it-IT" sz="1800" b="1">
                  <a:solidFill>
                    <a:srgbClr val="FFFF00"/>
                  </a:solidFill>
                  <a:latin typeface="Comic Sans MS" panose="030F0902030302020204" pitchFamily="66" charset="0"/>
                </a:rPr>
                <a:t> cellula a seconda del pH, della conc. di Mg++ e della conc. di ATP, ADP e Pi</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1" name="Picture 1">
            <a:extLst>
              <a:ext uri="{FF2B5EF4-FFF2-40B4-BE49-F238E27FC236}">
                <a16:creationId xmlns:a16="http://schemas.microsoft.com/office/drawing/2014/main" id="{75CD0659-8497-FC56-2383-74833A28ED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2700"/>
            <a:ext cx="9144000" cy="682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1B46933-4062-46E6-9CFD-AA6974B18BF3}"/>
              </a:ext>
            </a:extLst>
          </p:cNvPr>
          <p:cNvGrpSpPr>
            <a:grpSpLocks/>
          </p:cNvGrpSpPr>
          <p:nvPr/>
        </p:nvGrpSpPr>
        <p:grpSpPr bwMode="auto">
          <a:xfrm>
            <a:off x="0" y="152400"/>
            <a:ext cx="9144000" cy="6629400"/>
            <a:chOff x="0" y="96"/>
            <a:chExt cx="5760" cy="4176"/>
          </a:xfrm>
        </p:grpSpPr>
        <p:pic>
          <p:nvPicPr>
            <p:cNvPr id="62466" name="Picture 3" descr="Bioenergetica 6">
              <a:extLst>
                <a:ext uri="{FF2B5EF4-FFF2-40B4-BE49-F238E27FC236}">
                  <a16:creationId xmlns:a16="http://schemas.microsoft.com/office/drawing/2014/main" id="{D16F808B-1712-7DA4-C022-7FF7B7F4F8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 y="796"/>
              <a:ext cx="3718" cy="3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Text Box 4">
              <a:extLst>
                <a:ext uri="{FF2B5EF4-FFF2-40B4-BE49-F238E27FC236}">
                  <a16:creationId xmlns:a16="http://schemas.microsoft.com/office/drawing/2014/main" id="{57CF41C6-75E2-94C2-266C-AF1EEC964874}"/>
                </a:ext>
              </a:extLst>
            </p:cNvPr>
            <p:cNvSpPr txBox="1">
              <a:spLocks noChangeArrowheads="1"/>
            </p:cNvSpPr>
            <p:nvPr/>
          </p:nvSpPr>
          <p:spPr bwMode="auto">
            <a:xfrm>
              <a:off x="0" y="96"/>
              <a:ext cx="576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2000" b="1">
                  <a:solidFill>
                    <a:srgbClr val="FFFF00"/>
                  </a:solidFill>
                  <a:latin typeface="Comic Sans MS" panose="030F0902030302020204" pitchFamily="66" charset="0"/>
                </a:rPr>
                <a:t>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energia liberata nell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idrolisi non è localizzata solo in un legame chimico ma dipende dalla struttura del composto che si idrolizza e da quella dei prodotti di idrolisi</a:t>
              </a:r>
              <a:endParaRPr lang="it-IT" altLang="it-IT" sz="2000" b="1">
                <a:solidFill>
                  <a:srgbClr val="FFFF00"/>
                </a:solidFill>
                <a:latin typeface="Comic Sans MS" panose="030F09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B7B1499-AD0E-B80F-F6E2-011187E1AC6F}"/>
              </a:ext>
            </a:extLst>
          </p:cNvPr>
          <p:cNvGrpSpPr>
            <a:grpSpLocks/>
          </p:cNvGrpSpPr>
          <p:nvPr/>
        </p:nvGrpSpPr>
        <p:grpSpPr bwMode="auto">
          <a:xfrm>
            <a:off x="228600" y="549275"/>
            <a:ext cx="8686800" cy="5421313"/>
            <a:chOff x="144" y="346"/>
            <a:chExt cx="5472" cy="3415"/>
          </a:xfrm>
        </p:grpSpPr>
        <p:pic>
          <p:nvPicPr>
            <p:cNvPr id="64514" name="Picture 3" descr="Termodinamica 8">
              <a:extLst>
                <a:ext uri="{FF2B5EF4-FFF2-40B4-BE49-F238E27FC236}">
                  <a16:creationId xmlns:a16="http://schemas.microsoft.com/office/drawing/2014/main" id="{3349AD70-89AD-B5AE-A0BC-2E8EFD94ED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 y="1200"/>
              <a:ext cx="4879" cy="2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Text Box 4">
              <a:extLst>
                <a:ext uri="{FF2B5EF4-FFF2-40B4-BE49-F238E27FC236}">
                  <a16:creationId xmlns:a16="http://schemas.microsoft.com/office/drawing/2014/main" id="{38CBAB6F-0288-16F7-CB84-C6EE1F34F646}"/>
                </a:ext>
              </a:extLst>
            </p:cNvPr>
            <p:cNvSpPr txBox="1">
              <a:spLocks noChangeArrowheads="1"/>
            </p:cNvSpPr>
            <p:nvPr/>
          </p:nvSpPr>
          <p:spPr bwMode="auto">
            <a:xfrm>
              <a:off x="144" y="346"/>
              <a:ext cx="547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2400" b="1">
                  <a:solidFill>
                    <a:srgbClr val="FFFF00"/>
                  </a:solidFill>
                  <a:latin typeface="Comic Sans MS" panose="030F0902030302020204" pitchFamily="66" charset="0"/>
                </a:rPr>
                <a:t>Basi strutturali della variazione di energia libera durante l</a:t>
              </a:r>
              <a:r>
                <a:rPr lang="ja-JP" altLang="it-IT" sz="2400" b="1">
                  <a:solidFill>
                    <a:srgbClr val="FFFF00"/>
                  </a:solidFill>
                  <a:latin typeface="Comic Sans MS" panose="030F0902030302020204" pitchFamily="66" charset="0"/>
                </a:rPr>
                <a:t>’</a:t>
              </a:r>
              <a:r>
                <a:rPr lang="it-IT" altLang="ja-JP" sz="2400" b="1">
                  <a:solidFill>
                    <a:srgbClr val="FFFF00"/>
                  </a:solidFill>
                  <a:latin typeface="Comic Sans MS" panose="030F0902030302020204" pitchFamily="66" charset="0"/>
                </a:rPr>
                <a:t>idrolisi di ATP</a:t>
              </a:r>
              <a:endParaRPr lang="it-IT" altLang="it-IT" sz="2400" b="1">
                <a:solidFill>
                  <a:srgbClr val="FFFF00"/>
                </a:solidFill>
                <a:latin typeface="Comic Sans MS" panose="030F09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150B5EC-F17D-9147-53B1-943E2738508F}"/>
              </a:ext>
            </a:extLst>
          </p:cNvPr>
          <p:cNvGrpSpPr>
            <a:grpSpLocks/>
          </p:cNvGrpSpPr>
          <p:nvPr/>
        </p:nvGrpSpPr>
        <p:grpSpPr bwMode="auto">
          <a:xfrm>
            <a:off x="0" y="115888"/>
            <a:ext cx="9144000" cy="5489575"/>
            <a:chOff x="0" y="134"/>
            <a:chExt cx="5760" cy="3442"/>
          </a:xfrm>
        </p:grpSpPr>
        <p:pic>
          <p:nvPicPr>
            <p:cNvPr id="66563" name="Picture 3" descr="Bioenergetica 2">
              <a:extLst>
                <a:ext uri="{FF2B5EF4-FFF2-40B4-BE49-F238E27FC236}">
                  <a16:creationId xmlns:a16="http://schemas.microsoft.com/office/drawing/2014/main" id="{0DB5C14E-4CD6-C196-6C46-24B23F29CE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 y="960"/>
              <a:ext cx="4144" cy="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Text Box 4">
              <a:extLst>
                <a:ext uri="{FF2B5EF4-FFF2-40B4-BE49-F238E27FC236}">
                  <a16:creationId xmlns:a16="http://schemas.microsoft.com/office/drawing/2014/main" id="{B463C29A-0EF6-078B-904B-9595B76639C3}"/>
                </a:ext>
              </a:extLst>
            </p:cNvPr>
            <p:cNvSpPr txBox="1">
              <a:spLocks noChangeArrowheads="1"/>
            </p:cNvSpPr>
            <p:nvPr/>
          </p:nvSpPr>
          <p:spPr bwMode="auto">
            <a:xfrm>
              <a:off x="0" y="134"/>
              <a:ext cx="57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ＭＳ ゴシック" panose="020B0609070205080204" pitchFamily="49" charset="-128"/>
                  <a:ea typeface="ＭＳ ゴシック" panose="020B0609070205080204" pitchFamily="49" charset="-128"/>
                </a:rPr>
                <a:t>−</a:t>
              </a:r>
              <a:endParaRPr lang="it-IT" altLang="it-IT" sz="2000" b="1">
                <a:solidFill>
                  <a:schemeClr val="accent2"/>
                </a:solidFill>
                <a:latin typeface="Comic Sans MS" panose="030F0902030302020204" pitchFamily="66" charset="0"/>
                <a:ea typeface="ＭＳ ゴシック" panose="020B0609070205080204" pitchFamily="49" charset="-128"/>
              </a:endParaRPr>
            </a:p>
          </p:txBody>
        </p:sp>
      </p:grpSp>
      <p:sp>
        <p:nvSpPr>
          <p:cNvPr id="138245" name="Text Box 5">
            <a:extLst>
              <a:ext uri="{FF2B5EF4-FFF2-40B4-BE49-F238E27FC236}">
                <a16:creationId xmlns:a16="http://schemas.microsoft.com/office/drawing/2014/main" id="{2EC81730-20ED-1383-2EDC-2DCE3ABBB6D6}"/>
              </a:ext>
            </a:extLst>
          </p:cNvPr>
          <p:cNvSpPr txBox="1">
            <a:spLocks noChangeArrowheads="1"/>
          </p:cNvSpPr>
          <p:nvPr/>
        </p:nvSpPr>
        <p:spPr bwMode="auto">
          <a:xfrm>
            <a:off x="-152400" y="5791200"/>
            <a:ext cx="9448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1800" b="1">
                <a:solidFill>
                  <a:srgbClr val="FFFF00"/>
                </a:solidFill>
                <a:latin typeface="Comic Sans MS" panose="030F0902030302020204" pitchFamily="66" charset="0"/>
              </a:rPr>
              <a:t>L</a:t>
            </a:r>
            <a:r>
              <a:rPr lang="ja-JP" altLang="it-IT" sz="1800" b="1">
                <a:solidFill>
                  <a:srgbClr val="FFFF00"/>
                </a:solidFill>
                <a:latin typeface="Comic Sans MS" panose="030F0902030302020204" pitchFamily="66" charset="0"/>
              </a:rPr>
              <a:t>’</a:t>
            </a:r>
            <a:r>
              <a:rPr lang="it-IT" altLang="ja-JP" sz="1800" b="1">
                <a:solidFill>
                  <a:srgbClr val="FFFF00"/>
                </a:solidFill>
                <a:latin typeface="Comic Sans MS" panose="030F0902030302020204" pitchFamily="66" charset="0"/>
              </a:rPr>
              <a:t>ATP ha il compito di organizzare il trasferimento dell</a:t>
            </a:r>
            <a:r>
              <a:rPr lang="ja-JP" altLang="it-IT" sz="1800" b="1">
                <a:solidFill>
                  <a:srgbClr val="FFFF00"/>
                </a:solidFill>
                <a:latin typeface="Comic Sans MS" panose="030F0902030302020204" pitchFamily="66" charset="0"/>
              </a:rPr>
              <a:t>’</a:t>
            </a:r>
            <a:r>
              <a:rPr lang="it-IT" altLang="ja-JP" sz="1800" b="1">
                <a:solidFill>
                  <a:srgbClr val="FFFF00"/>
                </a:solidFill>
                <a:latin typeface="Comic Sans MS" panose="030F0902030302020204" pitchFamily="66" charset="0"/>
              </a:rPr>
              <a:t>energia collegando i processi esoergonici con quelli endoergonici della materia vivente</a:t>
            </a:r>
            <a:endParaRPr lang="it-IT" altLang="it-IT" sz="1800" b="1">
              <a:solidFill>
                <a:srgbClr val="FFFF00"/>
              </a:solidFill>
              <a:latin typeface="Comic Sans MS" panose="030F09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528" fill="hold" nodeType="clickEffect">
                                  <p:stCondLst>
                                    <p:cond delay="0"/>
                                  </p:stCondLst>
                                  <p:childTnLst>
                                    <p:set>
                                      <p:cBhvr>
                                        <p:cTn id="11" dur="1" fill="hold">
                                          <p:stCondLst>
                                            <p:cond delay="0"/>
                                          </p:stCondLst>
                                        </p:cTn>
                                        <p:tgtEl>
                                          <p:spTgt spid="138245"/>
                                        </p:tgtEl>
                                        <p:attrNameLst>
                                          <p:attrName>style.visibility</p:attrName>
                                        </p:attrNameLst>
                                      </p:cBhvr>
                                      <p:to>
                                        <p:strVal val="visible"/>
                                      </p:to>
                                    </p:set>
                                    <p:anim calcmode="lin" valueType="num">
                                      <p:cBhvr>
                                        <p:cTn id="12" dur="500" fill="hold"/>
                                        <p:tgtEl>
                                          <p:spTgt spid="138245"/>
                                        </p:tgtEl>
                                        <p:attrNameLst>
                                          <p:attrName>ppt_w</p:attrName>
                                        </p:attrNameLst>
                                      </p:cBhvr>
                                      <p:tavLst>
                                        <p:tav tm="0">
                                          <p:val>
                                            <p:fltVal val="0"/>
                                          </p:val>
                                        </p:tav>
                                        <p:tav tm="100000">
                                          <p:val>
                                            <p:strVal val="#ppt_w"/>
                                          </p:val>
                                        </p:tav>
                                      </p:tavLst>
                                    </p:anim>
                                    <p:anim calcmode="lin" valueType="num">
                                      <p:cBhvr>
                                        <p:cTn id="13" dur="500" fill="hold"/>
                                        <p:tgtEl>
                                          <p:spTgt spid="138245"/>
                                        </p:tgtEl>
                                        <p:attrNameLst>
                                          <p:attrName>ppt_h</p:attrName>
                                        </p:attrNameLst>
                                      </p:cBhvr>
                                      <p:tavLst>
                                        <p:tav tm="0">
                                          <p:val>
                                            <p:fltVal val="0"/>
                                          </p:val>
                                        </p:tav>
                                        <p:tav tm="100000">
                                          <p:val>
                                            <p:strVal val="#ppt_h"/>
                                          </p:val>
                                        </p:tav>
                                      </p:tavLst>
                                    </p:anim>
                                    <p:anim calcmode="lin" valueType="num">
                                      <p:cBhvr>
                                        <p:cTn id="14" dur="500" fill="hold"/>
                                        <p:tgtEl>
                                          <p:spTgt spid="138245"/>
                                        </p:tgtEl>
                                        <p:attrNameLst>
                                          <p:attrName>ppt_x</p:attrName>
                                        </p:attrNameLst>
                                      </p:cBhvr>
                                      <p:tavLst>
                                        <p:tav tm="0">
                                          <p:val>
                                            <p:fltVal val="0.5"/>
                                          </p:val>
                                        </p:tav>
                                        <p:tav tm="100000">
                                          <p:val>
                                            <p:strVal val="#ppt_x"/>
                                          </p:val>
                                        </p:tav>
                                      </p:tavLst>
                                    </p:anim>
                                    <p:anim calcmode="lin" valueType="num">
                                      <p:cBhvr>
                                        <p:cTn id="15" dur="500" fill="hold"/>
                                        <p:tgtEl>
                                          <p:spTgt spid="13824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5"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DA8EF6C-A3C7-1BC8-94A4-B8996B271D5C}"/>
              </a:ext>
            </a:extLst>
          </p:cNvPr>
          <p:cNvGrpSpPr>
            <a:grpSpLocks/>
          </p:cNvGrpSpPr>
          <p:nvPr/>
        </p:nvGrpSpPr>
        <p:grpSpPr bwMode="auto">
          <a:xfrm>
            <a:off x="0" y="152400"/>
            <a:ext cx="8458200" cy="6529388"/>
            <a:chOff x="0" y="96"/>
            <a:chExt cx="5328" cy="4113"/>
          </a:xfrm>
        </p:grpSpPr>
        <p:pic>
          <p:nvPicPr>
            <p:cNvPr id="68610" name="Picture 3" descr="Bioenergetica 1">
              <a:extLst>
                <a:ext uri="{FF2B5EF4-FFF2-40B4-BE49-F238E27FC236}">
                  <a16:creationId xmlns:a16="http://schemas.microsoft.com/office/drawing/2014/main" id="{5DBFAEFE-48A2-79F7-B049-B0D16936E6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3" y="96"/>
              <a:ext cx="1935" cy="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1" name="Text Box 4">
              <a:extLst>
                <a:ext uri="{FF2B5EF4-FFF2-40B4-BE49-F238E27FC236}">
                  <a16:creationId xmlns:a16="http://schemas.microsoft.com/office/drawing/2014/main" id="{773695A3-8D10-AE5E-082D-8422B02C87DE}"/>
                </a:ext>
              </a:extLst>
            </p:cNvPr>
            <p:cNvSpPr txBox="1">
              <a:spLocks noChangeArrowheads="1"/>
            </p:cNvSpPr>
            <p:nvPr/>
          </p:nvSpPr>
          <p:spPr bwMode="auto">
            <a:xfrm>
              <a:off x="0" y="710"/>
              <a:ext cx="331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Altri composti fosforilati hanno una energia libera di idrolisi molto elevata</a:t>
              </a:r>
            </a:p>
          </p:txBody>
        </p:sp>
        <p:sp>
          <p:nvSpPr>
            <p:cNvPr id="68612" name="Text Box 5">
              <a:extLst>
                <a:ext uri="{FF2B5EF4-FFF2-40B4-BE49-F238E27FC236}">
                  <a16:creationId xmlns:a16="http://schemas.microsoft.com/office/drawing/2014/main" id="{608F814B-D535-DEF5-7AAD-09C57F018755}"/>
                </a:ext>
              </a:extLst>
            </p:cNvPr>
            <p:cNvSpPr txBox="1">
              <a:spLocks noChangeArrowheads="1"/>
            </p:cNvSpPr>
            <p:nvPr/>
          </p:nvSpPr>
          <p:spPr bwMode="auto">
            <a:xfrm>
              <a:off x="144" y="2064"/>
              <a:ext cx="31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Idrolisi dell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acido 1,3 bisfosfoglicerico</a:t>
              </a:r>
              <a:endParaRPr lang="it-IT" altLang="it-IT" sz="2000" b="1">
                <a:solidFill>
                  <a:srgbClr val="FFFF00"/>
                </a:solidFill>
                <a:latin typeface="Comic Sans MS" panose="030F09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6AC9F64-5624-6EAE-1CB0-4D0DDC6D45CA}"/>
              </a:ext>
            </a:extLst>
          </p:cNvPr>
          <p:cNvGrpSpPr>
            <a:grpSpLocks/>
          </p:cNvGrpSpPr>
          <p:nvPr/>
        </p:nvGrpSpPr>
        <p:grpSpPr bwMode="auto">
          <a:xfrm>
            <a:off x="250825" y="212725"/>
            <a:ext cx="9144000" cy="5464175"/>
            <a:chOff x="158" y="134"/>
            <a:chExt cx="5760" cy="3442"/>
          </a:xfrm>
        </p:grpSpPr>
        <p:pic>
          <p:nvPicPr>
            <p:cNvPr id="70659" name="Picture 3" descr="Bioenergetica 2">
              <a:extLst>
                <a:ext uri="{FF2B5EF4-FFF2-40B4-BE49-F238E27FC236}">
                  <a16:creationId xmlns:a16="http://schemas.microsoft.com/office/drawing/2014/main" id="{1A262882-B53C-A09D-C4F4-F2F99A133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 y="960"/>
              <a:ext cx="4144" cy="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0" name="Text Box 4">
              <a:extLst>
                <a:ext uri="{FF2B5EF4-FFF2-40B4-BE49-F238E27FC236}">
                  <a16:creationId xmlns:a16="http://schemas.microsoft.com/office/drawing/2014/main" id="{913059F8-E1AD-FFBB-7A5D-0DDDEDB8DD85}"/>
                </a:ext>
              </a:extLst>
            </p:cNvPr>
            <p:cNvSpPr txBox="1">
              <a:spLocks noChangeArrowheads="1"/>
            </p:cNvSpPr>
            <p:nvPr/>
          </p:nvSpPr>
          <p:spPr bwMode="auto">
            <a:xfrm>
              <a:off x="158" y="134"/>
              <a:ext cx="5760"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ATP non ha il più alto ΔG di idrolisi tra gli esteri fosforici ma ha un valore intermedio per cui si può considerare come al centro di una scala termodinamica in cui i termini superiori tendono a cedere i loro gruppi fosforici e quelli inferiori ad accettarli. </a:t>
              </a:r>
              <a:endParaRPr lang="it-IT" altLang="it-IT" sz="2000" b="1">
                <a:solidFill>
                  <a:srgbClr val="FFFF00"/>
                </a:solidFill>
                <a:latin typeface="Comic Sans MS" panose="030F0902030302020204" pitchFamily="66" charset="0"/>
              </a:endParaRPr>
            </a:p>
          </p:txBody>
        </p:sp>
      </p:grpSp>
      <p:sp>
        <p:nvSpPr>
          <p:cNvPr id="161797" name="Text Box 5">
            <a:extLst>
              <a:ext uri="{FF2B5EF4-FFF2-40B4-BE49-F238E27FC236}">
                <a16:creationId xmlns:a16="http://schemas.microsoft.com/office/drawing/2014/main" id="{F30CBB39-0A2F-DE47-69A4-AE62208E4202}"/>
              </a:ext>
            </a:extLst>
          </p:cNvPr>
          <p:cNvSpPr txBox="1">
            <a:spLocks noChangeArrowheads="1"/>
          </p:cNvSpPr>
          <p:nvPr/>
        </p:nvSpPr>
        <p:spPr bwMode="auto">
          <a:xfrm>
            <a:off x="-152400" y="5791200"/>
            <a:ext cx="9448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1900" b="1">
                <a:solidFill>
                  <a:srgbClr val="FFFF00"/>
                </a:solidFill>
                <a:latin typeface="Comic Sans MS" panose="030F0902030302020204" pitchFamily="66" charset="0"/>
              </a:rPr>
              <a:t>L</a:t>
            </a:r>
            <a:r>
              <a:rPr lang="ja-JP" altLang="it-IT" sz="1900" b="1">
                <a:solidFill>
                  <a:srgbClr val="FFFF00"/>
                </a:solidFill>
                <a:latin typeface="Comic Sans MS" panose="030F0902030302020204" pitchFamily="66" charset="0"/>
              </a:rPr>
              <a:t>’</a:t>
            </a:r>
            <a:r>
              <a:rPr lang="it-IT" altLang="ja-JP" sz="1900" b="1">
                <a:solidFill>
                  <a:srgbClr val="FFFF00"/>
                </a:solidFill>
                <a:latin typeface="Comic Sans MS" panose="030F0902030302020204" pitchFamily="66" charset="0"/>
              </a:rPr>
              <a:t>ATP ha il compito di organizzare il trasferimento dell</a:t>
            </a:r>
            <a:r>
              <a:rPr lang="ja-JP" altLang="it-IT" sz="1900" b="1">
                <a:solidFill>
                  <a:srgbClr val="FFFF00"/>
                </a:solidFill>
                <a:latin typeface="Comic Sans MS" panose="030F0902030302020204" pitchFamily="66" charset="0"/>
              </a:rPr>
              <a:t>’</a:t>
            </a:r>
            <a:r>
              <a:rPr lang="it-IT" altLang="ja-JP" sz="1900" b="1">
                <a:solidFill>
                  <a:srgbClr val="FFFF00"/>
                </a:solidFill>
                <a:latin typeface="Comic Sans MS" panose="030F0902030302020204" pitchFamily="66" charset="0"/>
              </a:rPr>
              <a:t>energia collegando i processi esoergonici con quelli endoergonici della materia vivente</a:t>
            </a:r>
            <a:endParaRPr lang="it-IT" altLang="it-IT" sz="1900" b="1">
              <a:solidFill>
                <a:srgbClr val="FFFF00"/>
              </a:solidFill>
              <a:latin typeface="Comic Sans MS" panose="030F09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528" fill="hold" nodeType="clickEffect">
                                  <p:stCondLst>
                                    <p:cond delay="0"/>
                                  </p:stCondLst>
                                  <p:childTnLst>
                                    <p:set>
                                      <p:cBhvr>
                                        <p:cTn id="11" dur="1" fill="hold">
                                          <p:stCondLst>
                                            <p:cond delay="0"/>
                                          </p:stCondLst>
                                        </p:cTn>
                                        <p:tgtEl>
                                          <p:spTgt spid="161797"/>
                                        </p:tgtEl>
                                        <p:attrNameLst>
                                          <p:attrName>style.visibility</p:attrName>
                                        </p:attrNameLst>
                                      </p:cBhvr>
                                      <p:to>
                                        <p:strVal val="visible"/>
                                      </p:to>
                                    </p:set>
                                    <p:anim calcmode="lin" valueType="num">
                                      <p:cBhvr>
                                        <p:cTn id="12" dur="500" fill="hold"/>
                                        <p:tgtEl>
                                          <p:spTgt spid="161797"/>
                                        </p:tgtEl>
                                        <p:attrNameLst>
                                          <p:attrName>ppt_w</p:attrName>
                                        </p:attrNameLst>
                                      </p:cBhvr>
                                      <p:tavLst>
                                        <p:tav tm="0">
                                          <p:val>
                                            <p:fltVal val="0"/>
                                          </p:val>
                                        </p:tav>
                                        <p:tav tm="100000">
                                          <p:val>
                                            <p:strVal val="#ppt_w"/>
                                          </p:val>
                                        </p:tav>
                                      </p:tavLst>
                                    </p:anim>
                                    <p:anim calcmode="lin" valueType="num">
                                      <p:cBhvr>
                                        <p:cTn id="13" dur="500" fill="hold"/>
                                        <p:tgtEl>
                                          <p:spTgt spid="161797"/>
                                        </p:tgtEl>
                                        <p:attrNameLst>
                                          <p:attrName>ppt_h</p:attrName>
                                        </p:attrNameLst>
                                      </p:cBhvr>
                                      <p:tavLst>
                                        <p:tav tm="0">
                                          <p:val>
                                            <p:fltVal val="0"/>
                                          </p:val>
                                        </p:tav>
                                        <p:tav tm="100000">
                                          <p:val>
                                            <p:strVal val="#ppt_h"/>
                                          </p:val>
                                        </p:tav>
                                      </p:tavLst>
                                    </p:anim>
                                    <p:anim calcmode="lin" valueType="num">
                                      <p:cBhvr>
                                        <p:cTn id="14" dur="500" fill="hold"/>
                                        <p:tgtEl>
                                          <p:spTgt spid="161797"/>
                                        </p:tgtEl>
                                        <p:attrNameLst>
                                          <p:attrName>ppt_x</p:attrName>
                                        </p:attrNameLst>
                                      </p:cBhvr>
                                      <p:tavLst>
                                        <p:tav tm="0">
                                          <p:val>
                                            <p:fltVal val="0.5"/>
                                          </p:val>
                                        </p:tav>
                                        <p:tav tm="100000">
                                          <p:val>
                                            <p:strVal val="#ppt_x"/>
                                          </p:val>
                                        </p:tav>
                                      </p:tavLst>
                                    </p:anim>
                                    <p:anim calcmode="lin" valueType="num">
                                      <p:cBhvr>
                                        <p:cTn id="15" dur="500" fill="hold"/>
                                        <p:tgtEl>
                                          <p:spTgt spid="16179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6B07F76-CF8B-6B52-F188-043E021CDAC9}"/>
              </a:ext>
            </a:extLst>
          </p:cNvPr>
          <p:cNvGrpSpPr>
            <a:grpSpLocks/>
          </p:cNvGrpSpPr>
          <p:nvPr/>
        </p:nvGrpSpPr>
        <p:grpSpPr bwMode="auto">
          <a:xfrm>
            <a:off x="1219200" y="1143000"/>
            <a:ext cx="6711950" cy="3406775"/>
            <a:chOff x="768" y="720"/>
            <a:chExt cx="4228" cy="2146"/>
          </a:xfrm>
        </p:grpSpPr>
        <p:pic>
          <p:nvPicPr>
            <p:cNvPr id="72706" name="Picture 3" descr="Bioenergetica 3">
              <a:extLst>
                <a:ext uri="{FF2B5EF4-FFF2-40B4-BE49-F238E27FC236}">
                  <a16:creationId xmlns:a16="http://schemas.microsoft.com/office/drawing/2014/main" id="{399C0488-F328-17DB-EE27-78080E4504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1248"/>
              <a:ext cx="4228" cy="1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Text Box 4">
              <a:extLst>
                <a:ext uri="{FF2B5EF4-FFF2-40B4-BE49-F238E27FC236}">
                  <a16:creationId xmlns:a16="http://schemas.microsoft.com/office/drawing/2014/main" id="{2F47DD73-65DB-0981-1BE1-F188AEA59C1B}"/>
                </a:ext>
              </a:extLst>
            </p:cNvPr>
            <p:cNvSpPr txBox="1">
              <a:spLocks noChangeArrowheads="1"/>
            </p:cNvSpPr>
            <p:nvPr/>
          </p:nvSpPr>
          <p:spPr bwMode="auto">
            <a:xfrm>
              <a:off x="1488" y="720"/>
              <a:ext cx="30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Idrolisi dell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acido fosfoenolpiruvico</a:t>
              </a:r>
              <a:endParaRPr lang="it-IT" altLang="it-IT" sz="2000" b="1">
                <a:solidFill>
                  <a:srgbClr val="FFFF00"/>
                </a:solidFill>
                <a:latin typeface="Comic Sans MS" panose="030F09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8444924-5BF2-895F-14C0-8A7BD7FCC5E9}"/>
              </a:ext>
            </a:extLst>
          </p:cNvPr>
          <p:cNvGrpSpPr>
            <a:grpSpLocks/>
          </p:cNvGrpSpPr>
          <p:nvPr/>
        </p:nvGrpSpPr>
        <p:grpSpPr bwMode="auto">
          <a:xfrm>
            <a:off x="252413" y="212725"/>
            <a:ext cx="9144000" cy="5464175"/>
            <a:chOff x="159" y="134"/>
            <a:chExt cx="5760" cy="3442"/>
          </a:xfrm>
        </p:grpSpPr>
        <p:pic>
          <p:nvPicPr>
            <p:cNvPr id="74755" name="Picture 3" descr="Bioenergetica 2">
              <a:extLst>
                <a:ext uri="{FF2B5EF4-FFF2-40B4-BE49-F238E27FC236}">
                  <a16:creationId xmlns:a16="http://schemas.microsoft.com/office/drawing/2014/main" id="{B96C373F-6E58-30DE-0E71-259979D432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 y="960"/>
              <a:ext cx="4144" cy="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6" name="Text Box 4">
              <a:extLst>
                <a:ext uri="{FF2B5EF4-FFF2-40B4-BE49-F238E27FC236}">
                  <a16:creationId xmlns:a16="http://schemas.microsoft.com/office/drawing/2014/main" id="{E3BE6984-B1C3-2FE7-7F0E-4D3502DE83E1}"/>
                </a:ext>
              </a:extLst>
            </p:cNvPr>
            <p:cNvSpPr txBox="1">
              <a:spLocks noChangeArrowheads="1"/>
            </p:cNvSpPr>
            <p:nvPr/>
          </p:nvSpPr>
          <p:spPr bwMode="auto">
            <a:xfrm>
              <a:off x="159" y="134"/>
              <a:ext cx="5760"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ATP non ha il più alto ΔG di idrolisi tra gli esteri fosforici ma ha un valore intermedio per cui si può considerare come al centro di una scala termodinamica in cui i termini superiori tendono a cedere i loro gruppi fosforici e quelli inferiori ad accettarli. </a:t>
              </a:r>
              <a:endParaRPr lang="it-IT" altLang="it-IT" sz="2000" b="1">
                <a:solidFill>
                  <a:srgbClr val="FFFF00"/>
                </a:solidFill>
                <a:latin typeface="Comic Sans MS" panose="030F0902030302020204" pitchFamily="66" charset="0"/>
              </a:endParaRPr>
            </a:p>
          </p:txBody>
        </p:sp>
      </p:grpSp>
      <p:sp>
        <p:nvSpPr>
          <p:cNvPr id="161797" name="Text Box 5">
            <a:extLst>
              <a:ext uri="{FF2B5EF4-FFF2-40B4-BE49-F238E27FC236}">
                <a16:creationId xmlns:a16="http://schemas.microsoft.com/office/drawing/2014/main" id="{5D4EF815-D46F-F658-6C80-95BE8CB2873A}"/>
              </a:ext>
            </a:extLst>
          </p:cNvPr>
          <p:cNvSpPr txBox="1">
            <a:spLocks noChangeArrowheads="1"/>
          </p:cNvSpPr>
          <p:nvPr/>
        </p:nvSpPr>
        <p:spPr bwMode="auto">
          <a:xfrm>
            <a:off x="-152400" y="5791200"/>
            <a:ext cx="9448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1900" b="1">
                <a:solidFill>
                  <a:srgbClr val="FFFF00"/>
                </a:solidFill>
                <a:latin typeface="Comic Sans MS" panose="030F0902030302020204" pitchFamily="66" charset="0"/>
              </a:rPr>
              <a:t>L</a:t>
            </a:r>
            <a:r>
              <a:rPr lang="ja-JP" altLang="it-IT" sz="1900" b="1">
                <a:solidFill>
                  <a:srgbClr val="FFFF00"/>
                </a:solidFill>
                <a:latin typeface="Comic Sans MS" panose="030F0902030302020204" pitchFamily="66" charset="0"/>
              </a:rPr>
              <a:t>’</a:t>
            </a:r>
            <a:r>
              <a:rPr lang="it-IT" altLang="ja-JP" sz="1900" b="1">
                <a:solidFill>
                  <a:srgbClr val="FFFF00"/>
                </a:solidFill>
                <a:latin typeface="Comic Sans MS" panose="030F0902030302020204" pitchFamily="66" charset="0"/>
              </a:rPr>
              <a:t>ATP ha il compito di organizzare il trasferimento dell</a:t>
            </a:r>
            <a:r>
              <a:rPr lang="ja-JP" altLang="it-IT" sz="1900" b="1">
                <a:solidFill>
                  <a:srgbClr val="FFFF00"/>
                </a:solidFill>
                <a:latin typeface="Comic Sans MS" panose="030F0902030302020204" pitchFamily="66" charset="0"/>
              </a:rPr>
              <a:t>’</a:t>
            </a:r>
            <a:r>
              <a:rPr lang="it-IT" altLang="ja-JP" sz="1900" b="1">
                <a:solidFill>
                  <a:srgbClr val="FFFF00"/>
                </a:solidFill>
                <a:latin typeface="Comic Sans MS" panose="030F0902030302020204" pitchFamily="66" charset="0"/>
              </a:rPr>
              <a:t>energia collegando i processi esoergonici con quelli endoergonici della materia vivente</a:t>
            </a:r>
            <a:endParaRPr lang="it-IT" altLang="it-IT" sz="1900" b="1">
              <a:solidFill>
                <a:srgbClr val="FFFF00"/>
              </a:solidFill>
              <a:latin typeface="Comic Sans MS" panose="030F09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528" fill="hold" nodeType="clickEffect">
                                  <p:stCondLst>
                                    <p:cond delay="0"/>
                                  </p:stCondLst>
                                  <p:childTnLst>
                                    <p:set>
                                      <p:cBhvr>
                                        <p:cTn id="11" dur="1" fill="hold">
                                          <p:stCondLst>
                                            <p:cond delay="0"/>
                                          </p:stCondLst>
                                        </p:cTn>
                                        <p:tgtEl>
                                          <p:spTgt spid="161797"/>
                                        </p:tgtEl>
                                        <p:attrNameLst>
                                          <p:attrName>style.visibility</p:attrName>
                                        </p:attrNameLst>
                                      </p:cBhvr>
                                      <p:to>
                                        <p:strVal val="visible"/>
                                      </p:to>
                                    </p:set>
                                    <p:anim calcmode="lin" valueType="num">
                                      <p:cBhvr>
                                        <p:cTn id="12" dur="500" fill="hold"/>
                                        <p:tgtEl>
                                          <p:spTgt spid="161797"/>
                                        </p:tgtEl>
                                        <p:attrNameLst>
                                          <p:attrName>ppt_w</p:attrName>
                                        </p:attrNameLst>
                                      </p:cBhvr>
                                      <p:tavLst>
                                        <p:tav tm="0">
                                          <p:val>
                                            <p:fltVal val="0"/>
                                          </p:val>
                                        </p:tav>
                                        <p:tav tm="100000">
                                          <p:val>
                                            <p:strVal val="#ppt_w"/>
                                          </p:val>
                                        </p:tav>
                                      </p:tavLst>
                                    </p:anim>
                                    <p:anim calcmode="lin" valueType="num">
                                      <p:cBhvr>
                                        <p:cTn id="13" dur="500" fill="hold"/>
                                        <p:tgtEl>
                                          <p:spTgt spid="161797"/>
                                        </p:tgtEl>
                                        <p:attrNameLst>
                                          <p:attrName>ppt_h</p:attrName>
                                        </p:attrNameLst>
                                      </p:cBhvr>
                                      <p:tavLst>
                                        <p:tav tm="0">
                                          <p:val>
                                            <p:fltVal val="0"/>
                                          </p:val>
                                        </p:tav>
                                        <p:tav tm="100000">
                                          <p:val>
                                            <p:strVal val="#ppt_h"/>
                                          </p:val>
                                        </p:tav>
                                      </p:tavLst>
                                    </p:anim>
                                    <p:anim calcmode="lin" valueType="num">
                                      <p:cBhvr>
                                        <p:cTn id="14" dur="500" fill="hold"/>
                                        <p:tgtEl>
                                          <p:spTgt spid="161797"/>
                                        </p:tgtEl>
                                        <p:attrNameLst>
                                          <p:attrName>ppt_x</p:attrName>
                                        </p:attrNameLst>
                                      </p:cBhvr>
                                      <p:tavLst>
                                        <p:tav tm="0">
                                          <p:val>
                                            <p:fltVal val="0.5"/>
                                          </p:val>
                                        </p:tav>
                                        <p:tav tm="100000">
                                          <p:val>
                                            <p:strVal val="#ppt_x"/>
                                          </p:val>
                                        </p:tav>
                                      </p:tavLst>
                                    </p:anim>
                                    <p:anim calcmode="lin" valueType="num">
                                      <p:cBhvr>
                                        <p:cTn id="15" dur="500" fill="hold"/>
                                        <p:tgtEl>
                                          <p:spTgt spid="16179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F21E3CF-915C-EE5D-3394-20A51D8216AB}"/>
              </a:ext>
            </a:extLst>
          </p:cNvPr>
          <p:cNvGrpSpPr>
            <a:grpSpLocks/>
          </p:cNvGrpSpPr>
          <p:nvPr/>
        </p:nvGrpSpPr>
        <p:grpSpPr bwMode="auto">
          <a:xfrm>
            <a:off x="1066800" y="1219200"/>
            <a:ext cx="7158038" cy="3690938"/>
            <a:chOff x="672" y="768"/>
            <a:chExt cx="4509" cy="2325"/>
          </a:xfrm>
        </p:grpSpPr>
        <p:pic>
          <p:nvPicPr>
            <p:cNvPr id="76802" name="Picture 3" descr="Bioenergetica 9">
              <a:extLst>
                <a:ext uri="{FF2B5EF4-FFF2-40B4-BE49-F238E27FC236}">
                  <a16:creationId xmlns:a16="http://schemas.microsoft.com/office/drawing/2014/main" id="{3630F512-DEFC-D37F-0A1F-D638A56362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 y="1584"/>
              <a:ext cx="4509" cy="1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Text Box 4">
              <a:extLst>
                <a:ext uri="{FF2B5EF4-FFF2-40B4-BE49-F238E27FC236}">
                  <a16:creationId xmlns:a16="http://schemas.microsoft.com/office/drawing/2014/main" id="{F5BDEDF7-CC48-A8F4-4016-742F96DB806C}"/>
                </a:ext>
              </a:extLst>
            </p:cNvPr>
            <p:cNvSpPr txBox="1">
              <a:spLocks noChangeArrowheads="1"/>
            </p:cNvSpPr>
            <p:nvPr/>
          </p:nvSpPr>
          <p:spPr bwMode="auto">
            <a:xfrm>
              <a:off x="1440" y="768"/>
              <a:ext cx="28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solidFill>
                    <a:srgbClr val="FFFF00"/>
                  </a:solidFill>
                  <a:latin typeface="Comic Sans MS" panose="030F0902030302020204" pitchFamily="66" charset="0"/>
                </a:rPr>
                <a:t>Idrolisi della fosfocreatina</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C9D7CEFA-DBBD-F552-B010-F0DAB34C0BDD}"/>
              </a:ext>
            </a:extLst>
          </p:cNvPr>
          <p:cNvGrpSpPr>
            <a:grpSpLocks/>
          </p:cNvGrpSpPr>
          <p:nvPr/>
        </p:nvGrpSpPr>
        <p:grpSpPr bwMode="auto">
          <a:xfrm>
            <a:off x="252413" y="212725"/>
            <a:ext cx="9144000" cy="5464175"/>
            <a:chOff x="159" y="134"/>
            <a:chExt cx="5760" cy="3442"/>
          </a:xfrm>
        </p:grpSpPr>
        <p:pic>
          <p:nvPicPr>
            <p:cNvPr id="78851" name="Picture 3" descr="Bioenergetica 2">
              <a:extLst>
                <a:ext uri="{FF2B5EF4-FFF2-40B4-BE49-F238E27FC236}">
                  <a16:creationId xmlns:a16="http://schemas.microsoft.com/office/drawing/2014/main" id="{380D3460-AB25-6182-C53E-30DA577147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 y="960"/>
              <a:ext cx="4144" cy="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2" name="Text Box 4">
              <a:extLst>
                <a:ext uri="{FF2B5EF4-FFF2-40B4-BE49-F238E27FC236}">
                  <a16:creationId xmlns:a16="http://schemas.microsoft.com/office/drawing/2014/main" id="{150923EC-582B-CF38-B8E0-AB02C6C6A3FF}"/>
                </a:ext>
              </a:extLst>
            </p:cNvPr>
            <p:cNvSpPr txBox="1">
              <a:spLocks noChangeArrowheads="1"/>
            </p:cNvSpPr>
            <p:nvPr/>
          </p:nvSpPr>
          <p:spPr bwMode="auto">
            <a:xfrm>
              <a:off x="159" y="134"/>
              <a:ext cx="5760"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ATP non ha il più alto ΔG di idrolisi tra gli esteri fosforici ma ha un valore intermedio per cui si può considerare come al centro di una scala termodinamica in cui i termini superiori tendono a cedere i loro gruppi fosforici e quelli inferiori ad accettarli. </a:t>
              </a:r>
              <a:endParaRPr lang="it-IT" altLang="it-IT" sz="2000" b="1">
                <a:solidFill>
                  <a:srgbClr val="FFFF00"/>
                </a:solidFill>
                <a:latin typeface="Comic Sans MS" panose="030F0902030302020204" pitchFamily="66" charset="0"/>
              </a:endParaRPr>
            </a:p>
          </p:txBody>
        </p:sp>
      </p:grpSp>
      <p:sp>
        <p:nvSpPr>
          <p:cNvPr id="161797" name="Text Box 5">
            <a:extLst>
              <a:ext uri="{FF2B5EF4-FFF2-40B4-BE49-F238E27FC236}">
                <a16:creationId xmlns:a16="http://schemas.microsoft.com/office/drawing/2014/main" id="{4D01D1E2-EA51-A448-9C8A-CBF9DE266812}"/>
              </a:ext>
            </a:extLst>
          </p:cNvPr>
          <p:cNvSpPr txBox="1">
            <a:spLocks noChangeArrowheads="1"/>
          </p:cNvSpPr>
          <p:nvPr/>
        </p:nvSpPr>
        <p:spPr bwMode="auto">
          <a:xfrm>
            <a:off x="-152400" y="5791200"/>
            <a:ext cx="9448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1900" b="1">
                <a:solidFill>
                  <a:srgbClr val="FFFF00"/>
                </a:solidFill>
                <a:latin typeface="Comic Sans MS" panose="030F0902030302020204" pitchFamily="66" charset="0"/>
              </a:rPr>
              <a:t>L</a:t>
            </a:r>
            <a:r>
              <a:rPr lang="ja-JP" altLang="it-IT" sz="1900" b="1">
                <a:solidFill>
                  <a:srgbClr val="FFFF00"/>
                </a:solidFill>
                <a:latin typeface="Comic Sans MS" panose="030F0902030302020204" pitchFamily="66" charset="0"/>
              </a:rPr>
              <a:t>’</a:t>
            </a:r>
            <a:r>
              <a:rPr lang="it-IT" altLang="ja-JP" sz="1900" b="1">
                <a:solidFill>
                  <a:srgbClr val="FFFF00"/>
                </a:solidFill>
                <a:latin typeface="Comic Sans MS" panose="030F0902030302020204" pitchFamily="66" charset="0"/>
              </a:rPr>
              <a:t>ATP ha il compito di organizzare il trasferimento dell</a:t>
            </a:r>
            <a:r>
              <a:rPr lang="ja-JP" altLang="it-IT" sz="1900" b="1">
                <a:solidFill>
                  <a:srgbClr val="FFFF00"/>
                </a:solidFill>
                <a:latin typeface="Comic Sans MS" panose="030F0902030302020204" pitchFamily="66" charset="0"/>
              </a:rPr>
              <a:t>’</a:t>
            </a:r>
            <a:r>
              <a:rPr lang="it-IT" altLang="ja-JP" sz="1900" b="1">
                <a:solidFill>
                  <a:srgbClr val="FFFF00"/>
                </a:solidFill>
                <a:latin typeface="Comic Sans MS" panose="030F0902030302020204" pitchFamily="66" charset="0"/>
              </a:rPr>
              <a:t>energia collegando i processi esoergonici con quelli endoergonici della materia vivente</a:t>
            </a:r>
            <a:endParaRPr lang="it-IT" altLang="it-IT" sz="1900" b="1">
              <a:solidFill>
                <a:srgbClr val="FFFF00"/>
              </a:solidFill>
              <a:latin typeface="Comic Sans MS" panose="030F09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528" fill="hold" nodeType="clickEffect">
                                  <p:stCondLst>
                                    <p:cond delay="0"/>
                                  </p:stCondLst>
                                  <p:childTnLst>
                                    <p:set>
                                      <p:cBhvr>
                                        <p:cTn id="11" dur="1" fill="hold">
                                          <p:stCondLst>
                                            <p:cond delay="0"/>
                                          </p:stCondLst>
                                        </p:cTn>
                                        <p:tgtEl>
                                          <p:spTgt spid="161797"/>
                                        </p:tgtEl>
                                        <p:attrNameLst>
                                          <p:attrName>style.visibility</p:attrName>
                                        </p:attrNameLst>
                                      </p:cBhvr>
                                      <p:to>
                                        <p:strVal val="visible"/>
                                      </p:to>
                                    </p:set>
                                    <p:anim calcmode="lin" valueType="num">
                                      <p:cBhvr>
                                        <p:cTn id="12" dur="500" fill="hold"/>
                                        <p:tgtEl>
                                          <p:spTgt spid="161797"/>
                                        </p:tgtEl>
                                        <p:attrNameLst>
                                          <p:attrName>ppt_w</p:attrName>
                                        </p:attrNameLst>
                                      </p:cBhvr>
                                      <p:tavLst>
                                        <p:tav tm="0">
                                          <p:val>
                                            <p:fltVal val="0"/>
                                          </p:val>
                                        </p:tav>
                                        <p:tav tm="100000">
                                          <p:val>
                                            <p:strVal val="#ppt_w"/>
                                          </p:val>
                                        </p:tav>
                                      </p:tavLst>
                                    </p:anim>
                                    <p:anim calcmode="lin" valueType="num">
                                      <p:cBhvr>
                                        <p:cTn id="13" dur="500" fill="hold"/>
                                        <p:tgtEl>
                                          <p:spTgt spid="161797"/>
                                        </p:tgtEl>
                                        <p:attrNameLst>
                                          <p:attrName>ppt_h</p:attrName>
                                        </p:attrNameLst>
                                      </p:cBhvr>
                                      <p:tavLst>
                                        <p:tav tm="0">
                                          <p:val>
                                            <p:fltVal val="0"/>
                                          </p:val>
                                        </p:tav>
                                        <p:tav tm="100000">
                                          <p:val>
                                            <p:strVal val="#ppt_h"/>
                                          </p:val>
                                        </p:tav>
                                      </p:tavLst>
                                    </p:anim>
                                    <p:anim calcmode="lin" valueType="num">
                                      <p:cBhvr>
                                        <p:cTn id="14" dur="500" fill="hold"/>
                                        <p:tgtEl>
                                          <p:spTgt spid="161797"/>
                                        </p:tgtEl>
                                        <p:attrNameLst>
                                          <p:attrName>ppt_x</p:attrName>
                                        </p:attrNameLst>
                                      </p:cBhvr>
                                      <p:tavLst>
                                        <p:tav tm="0">
                                          <p:val>
                                            <p:fltVal val="0.5"/>
                                          </p:val>
                                        </p:tav>
                                        <p:tav tm="100000">
                                          <p:val>
                                            <p:strVal val="#ppt_x"/>
                                          </p:val>
                                        </p:tav>
                                      </p:tavLst>
                                    </p:anim>
                                    <p:anim calcmode="lin" valueType="num">
                                      <p:cBhvr>
                                        <p:cTn id="15" dur="500" fill="hold"/>
                                        <p:tgtEl>
                                          <p:spTgt spid="16179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DEF9BCE8-EDEC-3F1E-305E-C3615D563A36}"/>
              </a:ext>
            </a:extLst>
          </p:cNvPr>
          <p:cNvSpPr>
            <a:spLocks noGrp="1" noChangeArrowheads="1"/>
          </p:cNvSpPr>
          <p:nvPr>
            <p:ph type="title"/>
          </p:nvPr>
        </p:nvSpPr>
        <p:spPr/>
        <p:txBody>
          <a:bodyPr/>
          <a:lstStyle/>
          <a:p>
            <a:r>
              <a:rPr lang="en-US" altLang="it-IT">
                <a:ea typeface="ＭＳ Ｐゴシック" panose="020B0600070205080204" pitchFamily="34" charset="-128"/>
              </a:rPr>
              <a:t>Strategie di produzione di ATP nelle cellule</a:t>
            </a:r>
          </a:p>
        </p:txBody>
      </p:sp>
      <p:sp>
        <p:nvSpPr>
          <p:cNvPr id="80898" name="Content Placeholder 2">
            <a:extLst>
              <a:ext uri="{FF2B5EF4-FFF2-40B4-BE49-F238E27FC236}">
                <a16:creationId xmlns:a16="http://schemas.microsoft.com/office/drawing/2014/main" id="{B6EFEE48-2B06-AB01-FF1A-165F0D2488CF}"/>
              </a:ext>
            </a:extLst>
          </p:cNvPr>
          <p:cNvSpPr>
            <a:spLocks noGrp="1" noChangeArrowheads="1"/>
          </p:cNvSpPr>
          <p:nvPr>
            <p:ph idx="1"/>
          </p:nvPr>
        </p:nvSpPr>
        <p:spPr>
          <a:xfrm>
            <a:off x="457200" y="2247900"/>
            <a:ext cx="8229600" cy="3844925"/>
          </a:xfrm>
        </p:spPr>
        <p:txBody>
          <a:bodyPr/>
          <a:lstStyle/>
          <a:p>
            <a:r>
              <a:rPr lang="en-US" altLang="it-IT">
                <a:ea typeface="ＭＳ Ｐゴシック" panose="020B0600070205080204" pitchFamily="34" charset="-128"/>
              </a:rPr>
              <a:t>1) </a:t>
            </a:r>
            <a:r>
              <a:rPr lang="en-US" altLang="it-IT">
                <a:solidFill>
                  <a:srgbClr val="FFFF00"/>
                </a:solidFill>
                <a:ea typeface="ＭＳ Ｐゴシック" panose="020B0600070205080204" pitchFamily="34" charset="-128"/>
              </a:rPr>
              <a:t>REAZIONI DI FOSFORILAZIONE A LIVELLO DEL SUBSTRATO </a:t>
            </a:r>
            <a:r>
              <a:rPr lang="en-US" altLang="it-IT">
                <a:ea typeface="ＭＳ Ｐゴシック" panose="020B0600070205080204" pitchFamily="34" charset="-128"/>
              </a:rPr>
              <a:t>(catalizzate da chinasi,un intermedio fosforilato cede il Pi all</a:t>
            </a:r>
            <a:r>
              <a:rPr lang="en-US" altLang="en-US">
                <a:ea typeface="ＭＳ Ｐゴシック" panose="020B0600070205080204" pitchFamily="34" charset="-128"/>
              </a:rPr>
              <a:t>’</a:t>
            </a:r>
            <a:r>
              <a:rPr lang="en-US" altLang="it-IT">
                <a:ea typeface="ＭＳ Ｐゴシック" panose="020B0600070205080204" pitchFamily="34" charset="-128"/>
              </a:rPr>
              <a:t>ADP)</a:t>
            </a:r>
          </a:p>
          <a:p>
            <a:endParaRPr lang="en-US" altLang="it-IT">
              <a:ea typeface="ＭＳ Ｐゴシック" panose="020B0600070205080204" pitchFamily="34" charset="-128"/>
            </a:endParaRPr>
          </a:p>
          <a:p>
            <a:r>
              <a:rPr lang="en-US" altLang="it-IT">
                <a:ea typeface="ＭＳ Ｐゴシック" panose="020B0600070205080204" pitchFamily="34" charset="-128"/>
              </a:rPr>
              <a:t>2) </a:t>
            </a:r>
            <a:r>
              <a:rPr lang="en-US" altLang="it-IT">
                <a:solidFill>
                  <a:srgbClr val="FFFF00"/>
                </a:solidFill>
                <a:ea typeface="ＭＳ Ｐゴシック" panose="020B0600070205080204" pitchFamily="34" charset="-128"/>
              </a:rPr>
              <a:t>FOSFORILAZIONE OSSIDATIVA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A85E97D-2FC6-2795-07C0-C7C196851EEC}"/>
              </a:ext>
            </a:extLst>
          </p:cNvPr>
          <p:cNvGrpSpPr>
            <a:grpSpLocks/>
          </p:cNvGrpSpPr>
          <p:nvPr/>
        </p:nvGrpSpPr>
        <p:grpSpPr bwMode="auto">
          <a:xfrm>
            <a:off x="180975" y="212725"/>
            <a:ext cx="9144000" cy="5464175"/>
            <a:chOff x="114" y="134"/>
            <a:chExt cx="5760" cy="3442"/>
          </a:xfrm>
        </p:grpSpPr>
        <p:pic>
          <p:nvPicPr>
            <p:cNvPr id="82947" name="Picture 3" descr="Bioenergetica 2">
              <a:extLst>
                <a:ext uri="{FF2B5EF4-FFF2-40B4-BE49-F238E27FC236}">
                  <a16:creationId xmlns:a16="http://schemas.microsoft.com/office/drawing/2014/main" id="{1C949658-18A0-82EF-3DC5-0567A475D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 y="960"/>
              <a:ext cx="4144" cy="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8" name="Text Box 4">
              <a:extLst>
                <a:ext uri="{FF2B5EF4-FFF2-40B4-BE49-F238E27FC236}">
                  <a16:creationId xmlns:a16="http://schemas.microsoft.com/office/drawing/2014/main" id="{D933C0ED-708E-7AF4-5F3D-5DB98591117C}"/>
                </a:ext>
              </a:extLst>
            </p:cNvPr>
            <p:cNvSpPr txBox="1">
              <a:spLocks noChangeArrowheads="1"/>
            </p:cNvSpPr>
            <p:nvPr/>
          </p:nvSpPr>
          <p:spPr bwMode="auto">
            <a:xfrm>
              <a:off x="114" y="134"/>
              <a:ext cx="5760"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ATP non ha il più alto ΔG di idrolisi tra gli esteri fosforici ma ha un valore intermedio per cui si può considerare come al centro di una scala termodinamica in cui i termini superiori tendono a cedere i loro gruppi fosforici e quelli inferiori ad accettarli. </a:t>
              </a:r>
              <a:endParaRPr lang="it-IT" altLang="it-IT" sz="2000" b="1">
                <a:solidFill>
                  <a:srgbClr val="FFFF00"/>
                </a:solidFill>
                <a:latin typeface="Comic Sans MS" panose="030F0902030302020204" pitchFamily="66" charset="0"/>
              </a:endParaRPr>
            </a:p>
          </p:txBody>
        </p:sp>
      </p:grpSp>
      <p:sp>
        <p:nvSpPr>
          <p:cNvPr id="161797" name="Text Box 5">
            <a:extLst>
              <a:ext uri="{FF2B5EF4-FFF2-40B4-BE49-F238E27FC236}">
                <a16:creationId xmlns:a16="http://schemas.microsoft.com/office/drawing/2014/main" id="{12C67EF9-0365-F265-49F6-F7B0A93CB862}"/>
              </a:ext>
            </a:extLst>
          </p:cNvPr>
          <p:cNvSpPr txBox="1">
            <a:spLocks noChangeArrowheads="1"/>
          </p:cNvSpPr>
          <p:nvPr/>
        </p:nvSpPr>
        <p:spPr bwMode="auto">
          <a:xfrm>
            <a:off x="-152400" y="5791200"/>
            <a:ext cx="9448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1900" b="1">
                <a:solidFill>
                  <a:srgbClr val="FFFF00"/>
                </a:solidFill>
                <a:latin typeface="Comic Sans MS" panose="030F0902030302020204" pitchFamily="66" charset="0"/>
              </a:rPr>
              <a:t>L</a:t>
            </a:r>
            <a:r>
              <a:rPr lang="ja-JP" altLang="it-IT" sz="1900" b="1">
                <a:solidFill>
                  <a:srgbClr val="FFFF00"/>
                </a:solidFill>
                <a:latin typeface="Comic Sans MS" panose="030F0902030302020204" pitchFamily="66" charset="0"/>
              </a:rPr>
              <a:t>’</a:t>
            </a:r>
            <a:r>
              <a:rPr lang="it-IT" altLang="ja-JP" sz="1900" b="1">
                <a:solidFill>
                  <a:srgbClr val="FFFF00"/>
                </a:solidFill>
                <a:latin typeface="Comic Sans MS" panose="030F0902030302020204" pitchFamily="66" charset="0"/>
              </a:rPr>
              <a:t>ATP ha il compito di organizzare il trasferimento dell</a:t>
            </a:r>
            <a:r>
              <a:rPr lang="ja-JP" altLang="it-IT" sz="1900" b="1">
                <a:solidFill>
                  <a:srgbClr val="FFFF00"/>
                </a:solidFill>
                <a:latin typeface="Comic Sans MS" panose="030F0902030302020204" pitchFamily="66" charset="0"/>
              </a:rPr>
              <a:t>’</a:t>
            </a:r>
            <a:r>
              <a:rPr lang="it-IT" altLang="ja-JP" sz="1900" b="1">
                <a:solidFill>
                  <a:srgbClr val="FFFF00"/>
                </a:solidFill>
                <a:latin typeface="Comic Sans MS" panose="030F0902030302020204" pitchFamily="66" charset="0"/>
              </a:rPr>
              <a:t>energia collegando i processi esoergonici con quelli endoergonici della materia vivente</a:t>
            </a:r>
            <a:endParaRPr lang="it-IT" altLang="it-IT" sz="1900" b="1">
              <a:solidFill>
                <a:srgbClr val="FFFF00"/>
              </a:solidFill>
              <a:latin typeface="Comic Sans MS" panose="030F09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528" fill="hold" nodeType="clickEffect">
                                  <p:stCondLst>
                                    <p:cond delay="0"/>
                                  </p:stCondLst>
                                  <p:childTnLst>
                                    <p:set>
                                      <p:cBhvr>
                                        <p:cTn id="11" dur="1" fill="hold">
                                          <p:stCondLst>
                                            <p:cond delay="0"/>
                                          </p:stCondLst>
                                        </p:cTn>
                                        <p:tgtEl>
                                          <p:spTgt spid="161797"/>
                                        </p:tgtEl>
                                        <p:attrNameLst>
                                          <p:attrName>style.visibility</p:attrName>
                                        </p:attrNameLst>
                                      </p:cBhvr>
                                      <p:to>
                                        <p:strVal val="visible"/>
                                      </p:to>
                                    </p:set>
                                    <p:anim calcmode="lin" valueType="num">
                                      <p:cBhvr>
                                        <p:cTn id="12" dur="500" fill="hold"/>
                                        <p:tgtEl>
                                          <p:spTgt spid="161797"/>
                                        </p:tgtEl>
                                        <p:attrNameLst>
                                          <p:attrName>ppt_w</p:attrName>
                                        </p:attrNameLst>
                                      </p:cBhvr>
                                      <p:tavLst>
                                        <p:tav tm="0">
                                          <p:val>
                                            <p:fltVal val="0"/>
                                          </p:val>
                                        </p:tav>
                                        <p:tav tm="100000">
                                          <p:val>
                                            <p:strVal val="#ppt_w"/>
                                          </p:val>
                                        </p:tav>
                                      </p:tavLst>
                                    </p:anim>
                                    <p:anim calcmode="lin" valueType="num">
                                      <p:cBhvr>
                                        <p:cTn id="13" dur="500" fill="hold"/>
                                        <p:tgtEl>
                                          <p:spTgt spid="161797"/>
                                        </p:tgtEl>
                                        <p:attrNameLst>
                                          <p:attrName>ppt_h</p:attrName>
                                        </p:attrNameLst>
                                      </p:cBhvr>
                                      <p:tavLst>
                                        <p:tav tm="0">
                                          <p:val>
                                            <p:fltVal val="0"/>
                                          </p:val>
                                        </p:tav>
                                        <p:tav tm="100000">
                                          <p:val>
                                            <p:strVal val="#ppt_h"/>
                                          </p:val>
                                        </p:tav>
                                      </p:tavLst>
                                    </p:anim>
                                    <p:anim calcmode="lin" valueType="num">
                                      <p:cBhvr>
                                        <p:cTn id="14" dur="500" fill="hold"/>
                                        <p:tgtEl>
                                          <p:spTgt spid="161797"/>
                                        </p:tgtEl>
                                        <p:attrNameLst>
                                          <p:attrName>ppt_x</p:attrName>
                                        </p:attrNameLst>
                                      </p:cBhvr>
                                      <p:tavLst>
                                        <p:tav tm="0">
                                          <p:val>
                                            <p:fltVal val="0.5"/>
                                          </p:val>
                                        </p:tav>
                                        <p:tav tm="100000">
                                          <p:val>
                                            <p:strVal val="#ppt_x"/>
                                          </p:val>
                                        </p:tav>
                                      </p:tavLst>
                                    </p:anim>
                                    <p:anim calcmode="lin" valueType="num">
                                      <p:cBhvr>
                                        <p:cTn id="15" dur="500" fill="hold"/>
                                        <p:tgtEl>
                                          <p:spTgt spid="16179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2">
            <a:extLst>
              <a:ext uri="{FF2B5EF4-FFF2-40B4-BE49-F238E27FC236}">
                <a16:creationId xmlns:a16="http://schemas.microsoft.com/office/drawing/2014/main" id="{2CB876E1-D428-9F71-0E83-4B2A97D0EF0C}"/>
              </a:ext>
            </a:extLst>
          </p:cNvPr>
          <p:cNvSpPr txBox="1">
            <a:spLocks noChangeArrowheads="1"/>
          </p:cNvSpPr>
          <p:nvPr/>
        </p:nvSpPr>
        <p:spPr bwMode="auto">
          <a:xfrm>
            <a:off x="1600200" y="990600"/>
            <a:ext cx="723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solidFill>
                  <a:srgbClr val="FFFF00"/>
                </a:solidFill>
                <a:latin typeface="Comic Sans MS" panose="030F0902030302020204" pitchFamily="66" charset="0"/>
              </a:rPr>
              <a:t> Sintesi di ATP a livello del substrato</a:t>
            </a:r>
          </a:p>
        </p:txBody>
      </p:sp>
      <p:grpSp>
        <p:nvGrpSpPr>
          <p:cNvPr id="2" name="Group 3">
            <a:extLst>
              <a:ext uri="{FF2B5EF4-FFF2-40B4-BE49-F238E27FC236}">
                <a16:creationId xmlns:a16="http://schemas.microsoft.com/office/drawing/2014/main" id="{97EB0A64-85D0-33EA-D7C8-67503DDA8B5B}"/>
              </a:ext>
            </a:extLst>
          </p:cNvPr>
          <p:cNvGrpSpPr>
            <a:grpSpLocks/>
          </p:cNvGrpSpPr>
          <p:nvPr/>
        </p:nvGrpSpPr>
        <p:grpSpPr bwMode="auto">
          <a:xfrm>
            <a:off x="660400" y="1874838"/>
            <a:ext cx="7950200" cy="3073400"/>
            <a:chOff x="416" y="1181"/>
            <a:chExt cx="5008" cy="1936"/>
          </a:xfrm>
        </p:grpSpPr>
        <p:pic>
          <p:nvPicPr>
            <p:cNvPr id="84995" name="Picture 4">
              <a:extLst>
                <a:ext uri="{FF2B5EF4-FFF2-40B4-BE49-F238E27FC236}">
                  <a16:creationId xmlns:a16="http://schemas.microsoft.com/office/drawing/2014/main" id="{23BD32EF-8C35-77DB-61AA-CF0825669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 y="1181"/>
              <a:ext cx="4960" cy="1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6" name="Text Box 6">
              <a:extLst>
                <a:ext uri="{FF2B5EF4-FFF2-40B4-BE49-F238E27FC236}">
                  <a16:creationId xmlns:a16="http://schemas.microsoft.com/office/drawing/2014/main" id="{927C9F9B-CAAE-2670-83B2-CCB06F3A1638}"/>
                </a:ext>
              </a:extLst>
            </p:cNvPr>
            <p:cNvSpPr txBox="1">
              <a:spLocks noChangeArrowheads="1"/>
            </p:cNvSpPr>
            <p:nvPr/>
          </p:nvSpPr>
          <p:spPr bwMode="auto">
            <a:xfrm>
              <a:off x="1856" y="2886"/>
              <a:ext cx="20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endParaRPr lang="en-US" altLang="it-IT" sz="1800" b="1">
                <a:solidFill>
                  <a:schemeClr val="accent2"/>
                </a:solidFill>
                <a:latin typeface="Comic Sans MS" panose="030F0902030302020204" pitchFamily="66" charset="0"/>
              </a:endParaRPr>
            </a:p>
          </p:txBody>
        </p:sp>
        <p:sp>
          <p:nvSpPr>
            <p:cNvPr id="84997" name="Text Box 7">
              <a:extLst>
                <a:ext uri="{FF2B5EF4-FFF2-40B4-BE49-F238E27FC236}">
                  <a16:creationId xmlns:a16="http://schemas.microsoft.com/office/drawing/2014/main" id="{72CD884C-65E3-334F-2E7A-0394138BFC62}"/>
                </a:ext>
              </a:extLst>
            </p:cNvPr>
            <p:cNvSpPr txBox="1">
              <a:spLocks noChangeArrowheads="1"/>
            </p:cNvSpPr>
            <p:nvPr/>
          </p:nvSpPr>
          <p:spPr bwMode="auto">
            <a:xfrm>
              <a:off x="416" y="2093"/>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solidFill>
                    <a:schemeClr val="tx2"/>
                  </a:solidFill>
                  <a:latin typeface="Comic Sans MS" panose="030F0902030302020204" pitchFamily="66" charset="0"/>
                </a:rPr>
                <a:t>2</a:t>
              </a:r>
            </a:p>
          </p:txBody>
        </p:sp>
        <p:sp>
          <p:nvSpPr>
            <p:cNvPr id="84998" name="Text Box 8">
              <a:extLst>
                <a:ext uri="{FF2B5EF4-FFF2-40B4-BE49-F238E27FC236}">
                  <a16:creationId xmlns:a16="http://schemas.microsoft.com/office/drawing/2014/main" id="{6ACE1F43-774D-44CC-AD27-AD1E389997B7}"/>
                </a:ext>
              </a:extLst>
            </p:cNvPr>
            <p:cNvSpPr txBox="1">
              <a:spLocks noChangeArrowheads="1"/>
            </p:cNvSpPr>
            <p:nvPr/>
          </p:nvSpPr>
          <p:spPr bwMode="auto">
            <a:xfrm>
              <a:off x="3152" y="2064"/>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latin typeface="Comic Sans MS" panose="030F0902030302020204" pitchFamily="66" charset="0"/>
                </a:rPr>
                <a:t>2</a:t>
              </a:r>
            </a:p>
          </p:txBody>
        </p:sp>
        <p:sp>
          <p:nvSpPr>
            <p:cNvPr id="84999" name="Text Box 9">
              <a:extLst>
                <a:ext uri="{FF2B5EF4-FFF2-40B4-BE49-F238E27FC236}">
                  <a16:creationId xmlns:a16="http://schemas.microsoft.com/office/drawing/2014/main" id="{B06E541F-07EE-E188-7A5B-6B3D03BDD409}"/>
                </a:ext>
              </a:extLst>
            </p:cNvPr>
            <p:cNvSpPr txBox="1">
              <a:spLocks noChangeArrowheads="1"/>
            </p:cNvSpPr>
            <p:nvPr/>
          </p:nvSpPr>
          <p:spPr bwMode="auto">
            <a:xfrm>
              <a:off x="1424" y="2064"/>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solidFill>
                    <a:schemeClr val="tx2"/>
                  </a:solidFill>
                  <a:latin typeface="Comic Sans MS" panose="030F0902030302020204" pitchFamily="66" charset="0"/>
                </a:rPr>
                <a:t>2</a:t>
              </a:r>
            </a:p>
          </p:txBody>
        </p:sp>
        <p:sp>
          <p:nvSpPr>
            <p:cNvPr id="85000" name="Text Box 10">
              <a:extLst>
                <a:ext uri="{FF2B5EF4-FFF2-40B4-BE49-F238E27FC236}">
                  <a16:creationId xmlns:a16="http://schemas.microsoft.com/office/drawing/2014/main" id="{9172F003-32B8-9D12-F478-84B70A38F1B0}"/>
                </a:ext>
              </a:extLst>
            </p:cNvPr>
            <p:cNvSpPr txBox="1">
              <a:spLocks noChangeArrowheads="1"/>
            </p:cNvSpPr>
            <p:nvPr/>
          </p:nvSpPr>
          <p:spPr bwMode="auto">
            <a:xfrm>
              <a:off x="4256" y="2064"/>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latin typeface="Comic Sans MS" panose="030F0902030302020204" pitchFamily="66" charset="0"/>
                </a:rPr>
                <a:t>2</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41314"/>
                                        </p:tgtEl>
                                        <p:attrNameLst>
                                          <p:attrName>style.visibility</p:attrName>
                                        </p:attrNameLst>
                                      </p:cBhvr>
                                      <p:to>
                                        <p:strVal val="visible"/>
                                      </p:to>
                                    </p:set>
                                    <p:animEffect transition="in" filter="box(out)">
                                      <p:cBhvr>
                                        <p:cTn id="12" dur="500"/>
                                        <p:tgtEl>
                                          <p:spTgt spid="141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4966F8E-DE45-C724-F09D-E39232695219}"/>
              </a:ext>
            </a:extLst>
          </p:cNvPr>
          <p:cNvGrpSpPr>
            <a:grpSpLocks/>
          </p:cNvGrpSpPr>
          <p:nvPr/>
        </p:nvGrpSpPr>
        <p:grpSpPr bwMode="auto">
          <a:xfrm>
            <a:off x="914400" y="1066800"/>
            <a:ext cx="7924800" cy="3865563"/>
            <a:chOff x="576" y="672"/>
            <a:chExt cx="4992" cy="2435"/>
          </a:xfrm>
        </p:grpSpPr>
        <p:grpSp>
          <p:nvGrpSpPr>
            <p:cNvPr id="87042" name="Group 3">
              <a:extLst>
                <a:ext uri="{FF2B5EF4-FFF2-40B4-BE49-F238E27FC236}">
                  <a16:creationId xmlns:a16="http://schemas.microsoft.com/office/drawing/2014/main" id="{650053D0-1361-BBC1-8C48-978914F1E623}"/>
                </a:ext>
              </a:extLst>
            </p:cNvPr>
            <p:cNvGrpSpPr>
              <a:grpSpLocks/>
            </p:cNvGrpSpPr>
            <p:nvPr/>
          </p:nvGrpSpPr>
          <p:grpSpPr bwMode="auto">
            <a:xfrm>
              <a:off x="576" y="672"/>
              <a:ext cx="4992" cy="2435"/>
              <a:chOff x="528" y="720"/>
              <a:chExt cx="4992" cy="2435"/>
            </a:xfrm>
          </p:grpSpPr>
          <p:pic>
            <p:nvPicPr>
              <p:cNvPr id="87044" name="Picture 4">
                <a:extLst>
                  <a:ext uri="{FF2B5EF4-FFF2-40B4-BE49-F238E27FC236}">
                    <a16:creationId xmlns:a16="http://schemas.microsoft.com/office/drawing/2014/main" id="{0BA66066-53B9-F894-6F9E-AA687F31F1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1152"/>
                <a:ext cx="4616" cy="2003"/>
              </a:xfrm>
              <a:prstGeom prst="rect">
                <a:avLst/>
              </a:prstGeom>
              <a:solidFill>
                <a:srgbClr val="FF3300"/>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87045" name="Group 5">
                <a:extLst>
                  <a:ext uri="{FF2B5EF4-FFF2-40B4-BE49-F238E27FC236}">
                    <a16:creationId xmlns:a16="http://schemas.microsoft.com/office/drawing/2014/main" id="{3ED47F03-1AA9-474E-0FFC-C48F617BEBC2}"/>
                  </a:ext>
                </a:extLst>
              </p:cNvPr>
              <p:cNvGrpSpPr>
                <a:grpSpLocks/>
              </p:cNvGrpSpPr>
              <p:nvPr/>
            </p:nvGrpSpPr>
            <p:grpSpPr bwMode="auto">
              <a:xfrm>
                <a:off x="528" y="720"/>
                <a:ext cx="4992" cy="2304"/>
                <a:chOff x="528" y="720"/>
                <a:chExt cx="4992" cy="2304"/>
              </a:xfrm>
            </p:grpSpPr>
            <p:sp>
              <p:nvSpPr>
                <p:cNvPr id="87046" name="Text Box 7">
                  <a:extLst>
                    <a:ext uri="{FF2B5EF4-FFF2-40B4-BE49-F238E27FC236}">
                      <a16:creationId xmlns:a16="http://schemas.microsoft.com/office/drawing/2014/main" id="{8A5FCB82-36BA-410D-C5DA-557F5EB8AE94}"/>
                    </a:ext>
                  </a:extLst>
                </p:cNvPr>
                <p:cNvSpPr txBox="1">
                  <a:spLocks noChangeArrowheads="1"/>
                </p:cNvSpPr>
                <p:nvPr/>
              </p:nvSpPr>
              <p:spPr bwMode="auto">
                <a:xfrm>
                  <a:off x="672" y="1680"/>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solidFill>
                        <a:schemeClr val="tx2"/>
                      </a:solidFill>
                      <a:latin typeface="Comic Sans MS" panose="030F0902030302020204" pitchFamily="66" charset="0"/>
                    </a:rPr>
                    <a:t>2</a:t>
                  </a:r>
                </a:p>
              </p:txBody>
            </p:sp>
            <p:sp>
              <p:nvSpPr>
                <p:cNvPr id="87047" name="Text Box 8">
                  <a:extLst>
                    <a:ext uri="{FF2B5EF4-FFF2-40B4-BE49-F238E27FC236}">
                      <a16:creationId xmlns:a16="http://schemas.microsoft.com/office/drawing/2014/main" id="{E246AAA9-1708-CB98-34BA-16BEE34F3028}"/>
                    </a:ext>
                  </a:extLst>
                </p:cNvPr>
                <p:cNvSpPr txBox="1">
                  <a:spLocks noChangeArrowheads="1"/>
                </p:cNvSpPr>
                <p:nvPr/>
              </p:nvSpPr>
              <p:spPr bwMode="auto">
                <a:xfrm>
                  <a:off x="1728" y="1680"/>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solidFill>
                        <a:schemeClr val="tx2"/>
                      </a:solidFill>
                      <a:latin typeface="Comic Sans MS" panose="030F0902030302020204" pitchFamily="66" charset="0"/>
                    </a:rPr>
                    <a:t>2</a:t>
                  </a:r>
                </a:p>
              </p:txBody>
            </p:sp>
            <p:sp>
              <p:nvSpPr>
                <p:cNvPr id="87048" name="Text Box 9">
                  <a:extLst>
                    <a:ext uri="{FF2B5EF4-FFF2-40B4-BE49-F238E27FC236}">
                      <a16:creationId xmlns:a16="http://schemas.microsoft.com/office/drawing/2014/main" id="{6EFB0488-D1BB-55BF-05B2-AAE12FC89CDD}"/>
                    </a:ext>
                  </a:extLst>
                </p:cNvPr>
                <p:cNvSpPr txBox="1">
                  <a:spLocks noChangeArrowheads="1"/>
                </p:cNvSpPr>
                <p:nvPr/>
              </p:nvSpPr>
              <p:spPr bwMode="auto">
                <a:xfrm>
                  <a:off x="3360" y="1651"/>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solidFill>
                        <a:schemeClr val="tx2"/>
                      </a:solidFill>
                      <a:latin typeface="Comic Sans MS" panose="030F0902030302020204" pitchFamily="66" charset="0"/>
                    </a:rPr>
                    <a:t>2</a:t>
                  </a:r>
                </a:p>
              </p:txBody>
            </p:sp>
            <p:sp>
              <p:nvSpPr>
                <p:cNvPr id="87049" name="Text Box 10">
                  <a:extLst>
                    <a:ext uri="{FF2B5EF4-FFF2-40B4-BE49-F238E27FC236}">
                      <a16:creationId xmlns:a16="http://schemas.microsoft.com/office/drawing/2014/main" id="{2B83648F-FFAE-C100-31D7-4A413A7964C2}"/>
                    </a:ext>
                  </a:extLst>
                </p:cNvPr>
                <p:cNvSpPr txBox="1">
                  <a:spLocks noChangeArrowheads="1"/>
                </p:cNvSpPr>
                <p:nvPr/>
              </p:nvSpPr>
              <p:spPr bwMode="auto">
                <a:xfrm>
                  <a:off x="4032" y="1872"/>
                  <a:ext cx="2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solidFill>
                        <a:schemeClr val="tx2"/>
                      </a:solidFill>
                      <a:latin typeface="Comic Sans MS" panose="030F0902030302020204" pitchFamily="66" charset="0"/>
                    </a:rPr>
                    <a:t>2</a:t>
                  </a:r>
                </a:p>
              </p:txBody>
            </p:sp>
            <p:sp>
              <p:nvSpPr>
                <p:cNvPr id="87050" name="Text Box 11">
                  <a:extLst>
                    <a:ext uri="{FF2B5EF4-FFF2-40B4-BE49-F238E27FC236}">
                      <a16:creationId xmlns:a16="http://schemas.microsoft.com/office/drawing/2014/main" id="{D213A73E-9459-059C-01BA-0DABC03BFBC5}"/>
                    </a:ext>
                  </a:extLst>
                </p:cNvPr>
                <p:cNvSpPr txBox="1">
                  <a:spLocks noChangeArrowheads="1"/>
                </p:cNvSpPr>
                <p:nvPr/>
              </p:nvSpPr>
              <p:spPr bwMode="auto">
                <a:xfrm>
                  <a:off x="1728" y="2793"/>
                  <a:ext cx="20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endParaRPr lang="en-US" altLang="it-IT" sz="1800" b="1">
                    <a:solidFill>
                      <a:schemeClr val="accent2"/>
                    </a:solidFill>
                    <a:latin typeface="Comic Sans MS" panose="030F0902030302020204" pitchFamily="66" charset="0"/>
                  </a:endParaRPr>
                </a:p>
              </p:txBody>
            </p:sp>
            <p:sp>
              <p:nvSpPr>
                <p:cNvPr id="87051" name="Text Box 12">
                  <a:extLst>
                    <a:ext uri="{FF2B5EF4-FFF2-40B4-BE49-F238E27FC236}">
                      <a16:creationId xmlns:a16="http://schemas.microsoft.com/office/drawing/2014/main" id="{A01D19A7-1C0E-2B0D-EBD2-C8C0472CBB40}"/>
                    </a:ext>
                  </a:extLst>
                </p:cNvPr>
                <p:cNvSpPr txBox="1">
                  <a:spLocks noChangeArrowheads="1"/>
                </p:cNvSpPr>
                <p:nvPr/>
              </p:nvSpPr>
              <p:spPr bwMode="auto">
                <a:xfrm>
                  <a:off x="528" y="720"/>
                  <a:ext cx="49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400" b="1">
                      <a:solidFill>
                        <a:srgbClr val="FFFF00"/>
                      </a:solidFill>
                      <a:latin typeface="Comic Sans MS" panose="030F0902030302020204" pitchFamily="66" charset="0"/>
                    </a:rPr>
                    <a:t>          Sintesi di ATP a livello del substrato</a:t>
                  </a:r>
                </a:p>
              </p:txBody>
            </p:sp>
          </p:grpSp>
        </p:grpSp>
        <p:sp>
          <p:nvSpPr>
            <p:cNvPr id="87043" name="Line 13">
              <a:extLst>
                <a:ext uri="{FF2B5EF4-FFF2-40B4-BE49-F238E27FC236}">
                  <a16:creationId xmlns:a16="http://schemas.microsoft.com/office/drawing/2014/main" id="{4002D0BC-5A76-8E9F-D0EB-AF5995DF1B8A}"/>
                </a:ext>
              </a:extLst>
            </p:cNvPr>
            <p:cNvSpPr>
              <a:spLocks noChangeShapeType="1"/>
            </p:cNvSpPr>
            <p:nvPr/>
          </p:nvSpPr>
          <p:spPr bwMode="auto">
            <a:xfrm flipH="1">
              <a:off x="2832" y="1920"/>
              <a:ext cx="528" cy="0"/>
            </a:xfrm>
            <a:prstGeom prst="line">
              <a:avLst/>
            </a:prstGeom>
            <a:noFill/>
            <a:ln w="57150">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it-IT"/>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787C64C-0B67-CB8A-FED9-3823E271F177}"/>
              </a:ext>
            </a:extLst>
          </p:cNvPr>
          <p:cNvGrpSpPr>
            <a:grpSpLocks/>
          </p:cNvGrpSpPr>
          <p:nvPr/>
        </p:nvGrpSpPr>
        <p:grpSpPr bwMode="auto">
          <a:xfrm>
            <a:off x="0" y="457200"/>
            <a:ext cx="9144000" cy="4468813"/>
            <a:chOff x="0" y="288"/>
            <a:chExt cx="5760" cy="2815"/>
          </a:xfrm>
        </p:grpSpPr>
        <p:pic>
          <p:nvPicPr>
            <p:cNvPr id="89091" name="Picture 3" descr="fosfocreatina">
              <a:extLst>
                <a:ext uri="{FF2B5EF4-FFF2-40B4-BE49-F238E27FC236}">
                  <a16:creationId xmlns:a16="http://schemas.microsoft.com/office/drawing/2014/main" id="{76EB62E6-6CA7-DF8A-2A81-E6739D2B2A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 y="960"/>
              <a:ext cx="5426" cy="2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2" name="Text Box 4">
              <a:extLst>
                <a:ext uri="{FF2B5EF4-FFF2-40B4-BE49-F238E27FC236}">
                  <a16:creationId xmlns:a16="http://schemas.microsoft.com/office/drawing/2014/main" id="{C3787E07-C6E1-C210-FE69-E32EDD7242E0}"/>
                </a:ext>
              </a:extLst>
            </p:cNvPr>
            <p:cNvSpPr txBox="1">
              <a:spLocks noChangeArrowheads="1"/>
            </p:cNvSpPr>
            <p:nvPr/>
          </p:nvSpPr>
          <p:spPr bwMode="auto">
            <a:xfrm>
              <a:off x="0" y="288"/>
              <a:ext cx="576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La creatina, accettando il gruppo fosforico dell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ATP, svolge il ruolo di riserva di radicali fosforici ricchi di energia</a:t>
              </a:r>
              <a:endParaRPr lang="it-IT" altLang="it-IT" sz="2000" b="1">
                <a:solidFill>
                  <a:srgbClr val="FFFF00"/>
                </a:solidFill>
                <a:latin typeface="Comic Sans MS" panose="030F0902030302020204" pitchFamily="66" charset="0"/>
              </a:endParaRPr>
            </a:p>
          </p:txBody>
        </p:sp>
      </p:grpSp>
      <p:sp>
        <p:nvSpPr>
          <p:cNvPr id="145413" name="Text Box 5">
            <a:extLst>
              <a:ext uri="{FF2B5EF4-FFF2-40B4-BE49-F238E27FC236}">
                <a16:creationId xmlns:a16="http://schemas.microsoft.com/office/drawing/2014/main" id="{FAD75BD4-A952-B9C2-5663-C9AC3931948C}"/>
              </a:ext>
            </a:extLst>
          </p:cNvPr>
          <p:cNvSpPr txBox="1">
            <a:spLocks noChangeArrowheads="1"/>
          </p:cNvSpPr>
          <p:nvPr/>
        </p:nvSpPr>
        <p:spPr bwMode="auto">
          <a:xfrm>
            <a:off x="457200" y="5334000"/>
            <a:ext cx="8305800" cy="396875"/>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a:solidFill>
                  <a:srgbClr val="FFFF00"/>
                </a:solidFill>
                <a:effectLst>
                  <a:outerShdw blurRad="38100" dist="38100" dir="2700000" algn="tl">
                    <a:srgbClr val="000000"/>
                  </a:outerShdw>
                </a:effectLst>
                <a:latin typeface="Comic Sans MS" panose="030F0902030302020204" pitchFamily="66" charset="0"/>
              </a:rPr>
              <a:t>DEPOSITO DI ENERGIA IMMEDIATAMENTE UTILIZZABILE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45413"/>
                                        </p:tgtEl>
                                        <p:attrNameLst>
                                          <p:attrName>style.visibility</p:attrName>
                                        </p:attrNameLst>
                                      </p:cBhvr>
                                      <p:to>
                                        <p:strVal val="visible"/>
                                      </p:to>
                                    </p:set>
                                    <p:animEffect transition="in" filter="box(out)">
                                      <p:cBhvr>
                                        <p:cTn id="12" dur="500"/>
                                        <p:tgtEl>
                                          <p:spTgt spid="145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3"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a:extLst>
              <a:ext uri="{FF2B5EF4-FFF2-40B4-BE49-F238E27FC236}">
                <a16:creationId xmlns:a16="http://schemas.microsoft.com/office/drawing/2014/main" id="{4D5E9087-30F5-BAB6-679B-64F250A77A00}"/>
              </a:ext>
            </a:extLst>
          </p:cNvPr>
          <p:cNvSpPr txBox="1">
            <a:spLocks noChangeArrowheads="1"/>
          </p:cNvSpPr>
          <p:nvPr/>
        </p:nvSpPr>
        <p:spPr bwMode="auto">
          <a:xfrm>
            <a:off x="0" y="304800"/>
            <a:ext cx="9144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TUTTE LE REAZIONI DI TRASPORTO DI FOSFATO NELLA CELLULA DEBBONO PER FORZA AVER LUOGO ATTRAVERSO IL SISTEMA ATP:ADP</a:t>
            </a:r>
          </a:p>
        </p:txBody>
      </p:sp>
      <p:grpSp>
        <p:nvGrpSpPr>
          <p:cNvPr id="2" name="Group 3">
            <a:extLst>
              <a:ext uri="{FF2B5EF4-FFF2-40B4-BE49-F238E27FC236}">
                <a16:creationId xmlns:a16="http://schemas.microsoft.com/office/drawing/2014/main" id="{777A38F8-FA92-2417-F16A-92D8228CAE18}"/>
              </a:ext>
            </a:extLst>
          </p:cNvPr>
          <p:cNvGrpSpPr>
            <a:grpSpLocks/>
          </p:cNvGrpSpPr>
          <p:nvPr/>
        </p:nvGrpSpPr>
        <p:grpSpPr bwMode="auto">
          <a:xfrm>
            <a:off x="76200" y="1300163"/>
            <a:ext cx="8839200" cy="4948237"/>
            <a:chOff x="48" y="819"/>
            <a:chExt cx="5568" cy="3117"/>
          </a:xfrm>
        </p:grpSpPr>
        <p:pic>
          <p:nvPicPr>
            <p:cNvPr id="91139" name="Picture 4" descr="Termodinamica 4">
              <a:extLst>
                <a:ext uri="{FF2B5EF4-FFF2-40B4-BE49-F238E27FC236}">
                  <a16:creationId xmlns:a16="http://schemas.microsoft.com/office/drawing/2014/main" id="{D91BED4F-8E26-B7B5-9F2A-E5BAEAB950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8" y="819"/>
              <a:ext cx="3298" cy="3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0" name="Text Box 5">
              <a:extLst>
                <a:ext uri="{FF2B5EF4-FFF2-40B4-BE49-F238E27FC236}">
                  <a16:creationId xmlns:a16="http://schemas.microsoft.com/office/drawing/2014/main" id="{C012F170-D39E-59EA-7DDD-B40A8E6F0FCE}"/>
                </a:ext>
              </a:extLst>
            </p:cNvPr>
            <p:cNvSpPr txBox="1">
              <a:spLocks noChangeArrowheads="1"/>
            </p:cNvSpPr>
            <p:nvPr/>
          </p:nvSpPr>
          <p:spPr bwMode="auto">
            <a:xfrm>
              <a:off x="48" y="1574"/>
              <a:ext cx="2208" cy="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Flusso di gruppi fosforici a partire da donatori ad alta energia, attraverso 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ATP fino alle molecole accettrici, in modo da formare i loro derivati fosforilati a bassa energia</a:t>
              </a:r>
              <a:endParaRPr lang="it-IT" altLang="it-IT" sz="2000" b="1">
                <a:solidFill>
                  <a:srgbClr val="FFFF00"/>
                </a:solidFill>
                <a:latin typeface="Comic Sans MS" panose="030F09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46434"/>
                                        </p:tgtEl>
                                        <p:attrNameLst>
                                          <p:attrName>style.visibility</p:attrName>
                                        </p:attrNameLst>
                                      </p:cBhvr>
                                      <p:to>
                                        <p:strVal val="visible"/>
                                      </p:to>
                                    </p:set>
                                    <p:animEffect transition="in" filter="box(out)">
                                      <p:cBhvr>
                                        <p:cTn id="7" dur="500"/>
                                        <p:tgtEl>
                                          <p:spTgt spid="1464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F3E6CB2-9EEB-A404-6FD0-C79E4EF18E3C}"/>
              </a:ext>
            </a:extLst>
          </p:cNvPr>
          <p:cNvGrpSpPr>
            <a:grpSpLocks/>
          </p:cNvGrpSpPr>
          <p:nvPr/>
        </p:nvGrpSpPr>
        <p:grpSpPr bwMode="auto">
          <a:xfrm>
            <a:off x="0" y="0"/>
            <a:ext cx="9144000" cy="6718300"/>
            <a:chOff x="0" y="0"/>
            <a:chExt cx="5760" cy="4232"/>
          </a:xfrm>
        </p:grpSpPr>
        <p:pic>
          <p:nvPicPr>
            <p:cNvPr id="93186" name="Picture 3" descr="Termodinamica 3">
              <a:extLst>
                <a:ext uri="{FF2B5EF4-FFF2-40B4-BE49-F238E27FC236}">
                  <a16:creationId xmlns:a16="http://schemas.microsoft.com/office/drawing/2014/main" id="{1F4FA41C-CEEB-E6A6-8A85-38CE1A101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 y="1162"/>
              <a:ext cx="4527" cy="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7" name="Text Box 4">
              <a:extLst>
                <a:ext uri="{FF2B5EF4-FFF2-40B4-BE49-F238E27FC236}">
                  <a16:creationId xmlns:a16="http://schemas.microsoft.com/office/drawing/2014/main" id="{F57A0F3A-1E48-00A0-4F71-B507DDE91E23}"/>
                </a:ext>
              </a:extLst>
            </p:cNvPr>
            <p:cNvSpPr txBox="1">
              <a:spLocks noChangeArrowheads="1"/>
            </p:cNvSpPr>
            <p:nvPr/>
          </p:nvSpPr>
          <p:spPr bwMode="auto">
            <a:xfrm>
              <a:off x="0" y="0"/>
              <a:ext cx="5760" cy="1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b="1">
                  <a:solidFill>
                    <a:srgbClr val="FFFF00"/>
                  </a:solidFill>
                  <a:latin typeface="Comic Sans MS" panose="030F0902030302020204" pitchFamily="66" charset="0"/>
                </a:rPr>
                <a:t>Le reazioni ATP dipendenti possono essere divise in due gruppi:</a:t>
              </a:r>
            </a:p>
            <a:p>
              <a:pPr eaLnBrk="1" hangingPunct="1">
                <a:spcBef>
                  <a:spcPct val="50000"/>
                </a:spcBef>
                <a:buFontTx/>
                <a:buAutoNum type="arabicParenR"/>
              </a:pPr>
              <a:r>
                <a:rPr lang="it-IT" altLang="it-IT" sz="1800" b="1">
                  <a:solidFill>
                    <a:srgbClr val="FFFF00"/>
                  </a:solidFill>
                  <a:latin typeface="Comic Sans MS" panose="030F0902030302020204" pitchFamily="66" charset="0"/>
                </a:rPr>
                <a:t>Quelle che comportano il trasferimento di una porzione della molecola dell</a:t>
              </a:r>
              <a:r>
                <a:rPr lang="ja-JP" altLang="it-IT" sz="1800" b="1">
                  <a:solidFill>
                    <a:srgbClr val="FFFF00"/>
                  </a:solidFill>
                  <a:latin typeface="Comic Sans MS" panose="030F0902030302020204" pitchFamily="66" charset="0"/>
                </a:rPr>
                <a:t>’</a:t>
              </a:r>
              <a:r>
                <a:rPr lang="it-IT" altLang="ja-JP" sz="1800" b="1">
                  <a:solidFill>
                    <a:srgbClr val="FFFF00"/>
                  </a:solidFill>
                  <a:latin typeface="Comic Sans MS" panose="030F0902030302020204" pitchFamily="66" charset="0"/>
                </a:rPr>
                <a:t>ATP ad una molecola accettore</a:t>
              </a:r>
            </a:p>
            <a:p>
              <a:pPr eaLnBrk="1" hangingPunct="1">
                <a:spcBef>
                  <a:spcPct val="50000"/>
                </a:spcBef>
                <a:buFontTx/>
                <a:buAutoNum type="arabicParenR"/>
              </a:pPr>
              <a:r>
                <a:rPr lang="it-IT" altLang="it-IT" sz="1800" b="1">
                  <a:solidFill>
                    <a:srgbClr val="FFFF00"/>
                  </a:solidFill>
                  <a:latin typeface="Comic Sans MS" panose="030F0902030302020204" pitchFamily="66" charset="0"/>
                </a:rPr>
                <a:t>Quelle in cui l</a:t>
              </a:r>
              <a:r>
                <a:rPr lang="ja-JP" altLang="it-IT" sz="1800" b="1">
                  <a:solidFill>
                    <a:srgbClr val="FFFF00"/>
                  </a:solidFill>
                  <a:latin typeface="Comic Sans MS" panose="030F0902030302020204" pitchFamily="66" charset="0"/>
                </a:rPr>
                <a:t>’</a:t>
              </a:r>
              <a:r>
                <a:rPr lang="it-IT" altLang="ja-JP" sz="1800" b="1">
                  <a:solidFill>
                    <a:srgbClr val="FFFF00"/>
                  </a:solidFill>
                  <a:latin typeface="Comic Sans MS" panose="030F0902030302020204" pitchFamily="66" charset="0"/>
                </a:rPr>
                <a:t>idrolisi dell</a:t>
              </a:r>
              <a:r>
                <a:rPr lang="ja-JP" altLang="it-IT" sz="1800" b="1">
                  <a:solidFill>
                    <a:srgbClr val="FFFF00"/>
                  </a:solidFill>
                  <a:latin typeface="Comic Sans MS" panose="030F0902030302020204" pitchFamily="66" charset="0"/>
                </a:rPr>
                <a:t>’</a:t>
              </a:r>
              <a:r>
                <a:rPr lang="it-IT" altLang="ja-JP" sz="1800" b="1">
                  <a:solidFill>
                    <a:srgbClr val="FFFF00"/>
                  </a:solidFill>
                  <a:latin typeface="Comic Sans MS" panose="030F0902030302020204" pitchFamily="66" charset="0"/>
                </a:rPr>
                <a:t>ATP fornisce soltanto l</a:t>
              </a:r>
              <a:r>
                <a:rPr lang="ja-JP" altLang="it-IT" sz="1800" b="1">
                  <a:solidFill>
                    <a:srgbClr val="FFFF00"/>
                  </a:solidFill>
                  <a:latin typeface="Comic Sans MS" panose="030F0902030302020204" pitchFamily="66" charset="0"/>
                </a:rPr>
                <a:t>’</a:t>
              </a:r>
              <a:r>
                <a:rPr lang="it-IT" altLang="ja-JP" sz="1800" b="1">
                  <a:solidFill>
                    <a:srgbClr val="FFFF00"/>
                  </a:solidFill>
                  <a:latin typeface="Comic Sans MS" panose="030F0902030302020204" pitchFamily="66" charset="0"/>
                </a:rPr>
                <a:t>energia necessaria allo svolgersi della reazione</a:t>
              </a:r>
              <a:endParaRPr lang="it-IT" altLang="it-IT" sz="1800" b="1">
                <a:solidFill>
                  <a:srgbClr val="FFFF00"/>
                </a:solidFill>
                <a:latin typeface="Comic Sans MS" panose="030F09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4BCDA78-00C5-BDA6-C7A6-89A11D5E3829}"/>
              </a:ext>
            </a:extLst>
          </p:cNvPr>
          <p:cNvGrpSpPr>
            <a:grpSpLocks/>
          </p:cNvGrpSpPr>
          <p:nvPr/>
        </p:nvGrpSpPr>
        <p:grpSpPr bwMode="auto">
          <a:xfrm>
            <a:off x="0" y="228600"/>
            <a:ext cx="9296400" cy="5959475"/>
            <a:chOff x="0" y="144"/>
            <a:chExt cx="5856" cy="3754"/>
          </a:xfrm>
        </p:grpSpPr>
        <p:sp>
          <p:nvSpPr>
            <p:cNvPr id="95234" name="Text Box 3">
              <a:extLst>
                <a:ext uri="{FF2B5EF4-FFF2-40B4-BE49-F238E27FC236}">
                  <a16:creationId xmlns:a16="http://schemas.microsoft.com/office/drawing/2014/main" id="{D358CD3E-74F2-1A24-6C1E-974E03324E2E}"/>
                </a:ext>
              </a:extLst>
            </p:cNvPr>
            <p:cNvSpPr txBox="1">
              <a:spLocks noChangeArrowheads="1"/>
            </p:cNvSpPr>
            <p:nvPr/>
          </p:nvSpPr>
          <p:spPr bwMode="auto">
            <a:xfrm>
              <a:off x="0" y="144"/>
              <a:ext cx="576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2000" b="1">
                  <a:solidFill>
                    <a:srgbClr val="FFFF00"/>
                  </a:solidFill>
                  <a:latin typeface="Comic Sans MS" panose="030F0902030302020204" pitchFamily="66" charset="0"/>
                </a:rPr>
                <a:t>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ATP fornisce energia mediante trasferimento di gruppo, non per semplice idrolisi</a:t>
              </a:r>
              <a:endParaRPr lang="it-IT" altLang="it-IT" sz="2000" b="1">
                <a:solidFill>
                  <a:srgbClr val="FFFF00"/>
                </a:solidFill>
                <a:latin typeface="Comic Sans MS" panose="030F0902030302020204" pitchFamily="66" charset="0"/>
              </a:endParaRPr>
            </a:p>
          </p:txBody>
        </p:sp>
        <p:pic>
          <p:nvPicPr>
            <p:cNvPr id="95235" name="Picture 4" descr="glutammina">
              <a:extLst>
                <a:ext uri="{FF2B5EF4-FFF2-40B4-BE49-F238E27FC236}">
                  <a16:creationId xmlns:a16="http://schemas.microsoft.com/office/drawing/2014/main" id="{68E1D24C-8B4A-61A7-0998-5E6ABEE9BF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9" y="816"/>
              <a:ext cx="3527" cy="2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33" name="Text Box 5">
              <a:extLst>
                <a:ext uri="{FF2B5EF4-FFF2-40B4-BE49-F238E27FC236}">
                  <a16:creationId xmlns:a16="http://schemas.microsoft.com/office/drawing/2014/main" id="{C75F2152-5775-A199-753A-E29521E7E1D4}"/>
                </a:ext>
              </a:extLst>
            </p:cNvPr>
            <p:cNvSpPr txBox="1">
              <a:spLocks noChangeArrowheads="1"/>
            </p:cNvSpPr>
            <p:nvPr/>
          </p:nvSpPr>
          <p:spPr bwMode="auto">
            <a:xfrm>
              <a:off x="0" y="1641"/>
              <a:ext cx="1200" cy="423"/>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a:t>
              </a:r>
              <a:r>
                <a:rPr lang="it-IT" altLang="it-IT" sz="1800" b="1"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G°</a:t>
              </a:r>
              <a:r>
                <a:rPr lang="it-IT" altLang="it-IT" sz="1800" b="1" baseline="30000"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1</a:t>
              </a:r>
              <a:r>
                <a:rPr lang="it-IT" altLang="it-IT" sz="1800" b="1" baseline="-25000"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1</a:t>
              </a:r>
              <a:r>
                <a:rPr lang="it-IT" altLang="it-IT" sz="1800" b="1"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=-7,300 kcal/mole</a:t>
              </a:r>
              <a:endParaRPr lang="it-IT" altLang="it-IT" sz="1800" b="1" dirty="0">
                <a:solidFill>
                  <a:srgbClr val="FFFF00"/>
                </a:solidFill>
                <a:effectLst>
                  <a:outerShdw blurRad="38100" dist="38100" dir="2700000" algn="tl">
                    <a:srgbClr val="000000"/>
                  </a:outerShdw>
                </a:effectLst>
                <a:latin typeface="Comic Sans MS" panose="030F0902030302020204" pitchFamily="66" charset="0"/>
              </a:endParaRPr>
            </a:p>
          </p:txBody>
        </p:sp>
        <p:sp>
          <p:nvSpPr>
            <p:cNvPr id="150534" name="Text Box 6">
              <a:extLst>
                <a:ext uri="{FF2B5EF4-FFF2-40B4-BE49-F238E27FC236}">
                  <a16:creationId xmlns:a16="http://schemas.microsoft.com/office/drawing/2014/main" id="{439DB9B8-A8D1-4B68-F765-33E4E769F477}"/>
                </a:ext>
              </a:extLst>
            </p:cNvPr>
            <p:cNvSpPr txBox="1">
              <a:spLocks noChangeArrowheads="1"/>
            </p:cNvSpPr>
            <p:nvPr/>
          </p:nvSpPr>
          <p:spPr bwMode="auto">
            <a:xfrm>
              <a:off x="4656" y="1632"/>
              <a:ext cx="1200" cy="423"/>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a:t>
              </a:r>
              <a:r>
                <a:rPr lang="it-IT" altLang="it-IT" sz="1800" b="1"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G°</a:t>
              </a:r>
              <a:r>
                <a:rPr lang="it-IT" altLang="it-IT" sz="1800" b="1" baseline="30000"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1</a:t>
              </a:r>
              <a:r>
                <a:rPr lang="it-IT" altLang="it-IT" sz="1800" b="1" baseline="-25000"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2</a:t>
              </a:r>
              <a:r>
                <a:rPr lang="it-IT" altLang="it-IT" sz="1800" b="1"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a:t>
              </a:r>
              <a:r>
                <a:rPr lang="it-IT" altLang="it-IT" sz="1800" b="1">
                  <a:solidFill>
                    <a:srgbClr val="FFFF00"/>
                  </a:solidFill>
                  <a:effectLst>
                    <a:outerShdw blurRad="38100" dist="38100" dir="2700000" algn="tl">
                      <a:srgbClr val="000000"/>
                    </a:outerShdw>
                  </a:effectLst>
                  <a:latin typeface="Comic Sans MS" panose="030F0902030302020204" pitchFamily="66" charset="0"/>
                  <a:sym typeface="Symbol" pitchFamily="2" charset="2"/>
                </a:rPr>
                <a:t>3,400 kcal</a:t>
              </a:r>
              <a:r>
                <a:rPr lang="it-IT" altLang="it-IT" sz="1800" b="1"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/mole</a:t>
              </a:r>
              <a:endParaRPr lang="it-IT" altLang="it-IT" sz="1800" b="1" dirty="0">
                <a:solidFill>
                  <a:srgbClr val="FFFF00"/>
                </a:solidFill>
                <a:effectLst>
                  <a:outerShdw blurRad="38100" dist="38100" dir="2700000" algn="tl">
                    <a:srgbClr val="000000"/>
                  </a:outerShdw>
                </a:effectLst>
                <a:latin typeface="Comic Sans MS" panose="030F0902030302020204" pitchFamily="66" charset="0"/>
              </a:endParaRPr>
            </a:p>
          </p:txBody>
        </p:sp>
        <p:sp>
          <p:nvSpPr>
            <p:cNvPr id="150535" name="Text Box 7">
              <a:extLst>
                <a:ext uri="{FF2B5EF4-FFF2-40B4-BE49-F238E27FC236}">
                  <a16:creationId xmlns:a16="http://schemas.microsoft.com/office/drawing/2014/main" id="{654DF2A6-583E-FE24-2300-E6F07EE9B32F}"/>
                </a:ext>
              </a:extLst>
            </p:cNvPr>
            <p:cNvSpPr txBox="1">
              <a:spLocks noChangeArrowheads="1"/>
            </p:cNvSpPr>
            <p:nvPr/>
          </p:nvSpPr>
          <p:spPr bwMode="auto">
            <a:xfrm>
              <a:off x="1920" y="3648"/>
              <a:ext cx="2112" cy="250"/>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000" b="1"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a:t>
              </a:r>
              <a:r>
                <a:rPr lang="it-IT" altLang="it-IT" sz="1800" b="1"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G°</a:t>
              </a:r>
              <a:r>
                <a:rPr lang="it-IT" altLang="it-IT" sz="1800" b="1" baseline="30000"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1</a:t>
              </a:r>
              <a:r>
                <a:rPr lang="it-IT" altLang="it-IT" sz="1800" b="1" baseline="-25000"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s</a:t>
              </a:r>
              <a:r>
                <a:rPr lang="it-IT" altLang="it-IT" sz="1800" b="1" dirty="0">
                  <a:solidFill>
                    <a:srgbClr val="FFFF00"/>
                  </a:solidFill>
                  <a:effectLst>
                    <a:outerShdw blurRad="38100" dist="38100" dir="2700000" algn="tl">
                      <a:srgbClr val="000000"/>
                    </a:outerShdw>
                  </a:effectLst>
                  <a:latin typeface="Comic Sans MS" panose="030F0902030302020204" pitchFamily="66" charset="0"/>
                  <a:sym typeface="Symbol" pitchFamily="2" charset="2"/>
                </a:rPr>
                <a:t>=-3,900 kcal/mole</a:t>
              </a:r>
              <a:endParaRPr lang="it-IT" altLang="it-IT" sz="1800" b="1" dirty="0">
                <a:solidFill>
                  <a:srgbClr val="FFFF00"/>
                </a:solidFill>
                <a:effectLst>
                  <a:outerShdw blurRad="38100" dist="38100" dir="2700000" algn="tl">
                    <a:srgbClr val="000000"/>
                  </a:outerShdw>
                </a:effectLst>
                <a:latin typeface="Comic Sans MS" panose="030F09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0B51B18-C79A-5622-3AF7-02E1F124F408}"/>
              </a:ext>
            </a:extLst>
          </p:cNvPr>
          <p:cNvGrpSpPr>
            <a:grpSpLocks/>
          </p:cNvGrpSpPr>
          <p:nvPr/>
        </p:nvGrpSpPr>
        <p:grpSpPr bwMode="auto">
          <a:xfrm>
            <a:off x="76200" y="0"/>
            <a:ext cx="8229600" cy="6851650"/>
            <a:chOff x="48" y="0"/>
            <a:chExt cx="5184" cy="4316"/>
          </a:xfrm>
        </p:grpSpPr>
        <p:pic>
          <p:nvPicPr>
            <p:cNvPr id="97282" name="Picture 3" descr="Termodinamica 7">
              <a:extLst>
                <a:ext uri="{FF2B5EF4-FFF2-40B4-BE49-F238E27FC236}">
                  <a16:creationId xmlns:a16="http://schemas.microsoft.com/office/drawing/2014/main" id="{9A282B78-2AFE-E136-9EAB-5019069C7C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5" y="0"/>
              <a:ext cx="1907" cy="4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3" name="Text Box 4">
              <a:extLst>
                <a:ext uri="{FF2B5EF4-FFF2-40B4-BE49-F238E27FC236}">
                  <a16:creationId xmlns:a16="http://schemas.microsoft.com/office/drawing/2014/main" id="{B73C4455-C6E9-A8A3-B2B1-C1288ECD218B}"/>
                </a:ext>
              </a:extLst>
            </p:cNvPr>
            <p:cNvSpPr txBox="1">
              <a:spLocks noChangeArrowheads="1"/>
            </p:cNvSpPr>
            <p:nvPr/>
          </p:nvSpPr>
          <p:spPr bwMode="auto">
            <a:xfrm>
              <a:off x="48" y="1536"/>
              <a:ext cx="321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Trasporto di gruppi fosforici attraverso altri nucleosidi 5</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-trifosfati</a:t>
              </a:r>
              <a:endParaRPr lang="it-IT" altLang="it-IT" sz="2000" b="1">
                <a:solidFill>
                  <a:srgbClr val="FFFF00"/>
                </a:solidFill>
                <a:latin typeface="Comic Sans MS" panose="030F0902030302020204" pitchFamily="66"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2E90826-F3C6-4B05-F5DD-B543095F5507}"/>
              </a:ext>
            </a:extLst>
          </p:cNvPr>
          <p:cNvGrpSpPr>
            <a:grpSpLocks/>
          </p:cNvGrpSpPr>
          <p:nvPr/>
        </p:nvGrpSpPr>
        <p:grpSpPr bwMode="auto">
          <a:xfrm>
            <a:off x="0" y="381000"/>
            <a:ext cx="9144000" cy="4024313"/>
            <a:chOff x="0" y="240"/>
            <a:chExt cx="5760" cy="2535"/>
          </a:xfrm>
        </p:grpSpPr>
        <p:sp>
          <p:nvSpPr>
            <p:cNvPr id="99331" name="Text Box 3">
              <a:extLst>
                <a:ext uri="{FF2B5EF4-FFF2-40B4-BE49-F238E27FC236}">
                  <a16:creationId xmlns:a16="http://schemas.microsoft.com/office/drawing/2014/main" id="{813D9C78-81BF-F7DA-F173-41A095F0E1D2}"/>
                </a:ext>
              </a:extLst>
            </p:cNvPr>
            <p:cNvSpPr txBox="1">
              <a:spLocks noChangeArrowheads="1"/>
            </p:cNvSpPr>
            <p:nvPr/>
          </p:nvSpPr>
          <p:spPr bwMode="auto">
            <a:xfrm>
              <a:off x="768" y="240"/>
              <a:ext cx="40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rgbClr val="FFFF00"/>
                  </a:solidFill>
                  <a:latin typeface="Comic Sans MS" panose="030F0902030302020204" pitchFamily="66" charset="0"/>
                </a:rPr>
                <a:t>FUNZIONI DELL</a:t>
              </a:r>
              <a:r>
                <a:rPr lang="ja-JP" altLang="it-IT" sz="2000" b="1">
                  <a:solidFill>
                    <a:srgbClr val="FFFF00"/>
                  </a:solidFill>
                  <a:latin typeface="Comic Sans MS" panose="030F0902030302020204" pitchFamily="66" charset="0"/>
                </a:rPr>
                <a:t>’</a:t>
              </a:r>
              <a:r>
                <a:rPr lang="it-IT" altLang="ja-JP" sz="2000" b="1">
                  <a:solidFill>
                    <a:srgbClr val="FFFF00"/>
                  </a:solidFill>
                  <a:latin typeface="Comic Sans MS" panose="030F0902030302020204" pitchFamily="66" charset="0"/>
                </a:rPr>
                <a:t>AMP E DEL PIROFOSFATO</a:t>
              </a:r>
              <a:endParaRPr lang="it-IT" altLang="it-IT" sz="2000" b="1">
                <a:solidFill>
                  <a:srgbClr val="FFFF00"/>
                </a:solidFill>
                <a:latin typeface="Comic Sans MS" panose="030F0902030302020204" pitchFamily="66" charset="0"/>
              </a:endParaRPr>
            </a:p>
          </p:txBody>
        </p:sp>
        <p:sp>
          <p:nvSpPr>
            <p:cNvPr id="99332" name="Text Box 4">
              <a:extLst>
                <a:ext uri="{FF2B5EF4-FFF2-40B4-BE49-F238E27FC236}">
                  <a16:creationId xmlns:a16="http://schemas.microsoft.com/office/drawing/2014/main" id="{B4373254-348C-B27D-FEFE-B514BBF32B94}"/>
                </a:ext>
              </a:extLst>
            </p:cNvPr>
            <p:cNvSpPr txBox="1">
              <a:spLocks noChangeArrowheads="1"/>
            </p:cNvSpPr>
            <p:nvPr/>
          </p:nvSpPr>
          <p:spPr bwMode="auto">
            <a:xfrm>
              <a:off x="0" y="672"/>
              <a:ext cx="5760"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a:solidFill>
                    <a:srgbClr val="FFFF00"/>
                  </a:solidFill>
                  <a:latin typeface="Comic Sans MS" panose="030F0902030302020204" pitchFamily="66" charset="0"/>
                </a:rPr>
                <a:t>In molte reazioni che utilizzano ATP nella cellula i due gruppi fosforici terminali vengono rimossi insieme sotto forma di pirofosfato, lasciando come prodotto l</a:t>
              </a:r>
              <a:r>
                <a:rPr lang="ja-JP" altLang="it-IT" sz="1800">
                  <a:solidFill>
                    <a:srgbClr val="FFFF00"/>
                  </a:solidFill>
                  <a:latin typeface="Comic Sans MS" panose="030F0902030302020204" pitchFamily="66" charset="0"/>
                </a:rPr>
                <a:t>’</a:t>
              </a:r>
              <a:r>
                <a:rPr lang="it-IT" altLang="ja-JP" sz="1800">
                  <a:solidFill>
                    <a:srgbClr val="FFFF00"/>
                  </a:solidFill>
                  <a:latin typeface="Comic Sans MS" panose="030F0902030302020204" pitchFamily="66" charset="0"/>
                </a:rPr>
                <a:t>AMP. Il pirofosfato è un composto fosforico ad alta energia con un ΔG°</a:t>
              </a:r>
              <a:r>
                <a:rPr lang="it-IT" altLang="ja-JP" sz="1800" baseline="30000">
                  <a:solidFill>
                    <a:srgbClr val="FFFF00"/>
                  </a:solidFill>
                  <a:latin typeface="Comic Sans MS" panose="030F0902030302020204" pitchFamily="66" charset="0"/>
                </a:rPr>
                <a:t>1 </a:t>
              </a:r>
              <a:r>
                <a:rPr lang="it-IT" altLang="ja-JP" sz="1800">
                  <a:solidFill>
                    <a:srgbClr val="FFFF00"/>
                  </a:solidFill>
                  <a:latin typeface="Comic Sans MS" panose="030F0902030302020204" pitchFamily="66" charset="0"/>
                </a:rPr>
                <a:t>d</a:t>
              </a:r>
              <a:r>
                <a:rPr lang="ja-JP" altLang="it-IT" sz="1800">
                  <a:solidFill>
                    <a:srgbClr val="FFFF00"/>
                  </a:solidFill>
                  <a:latin typeface="Comic Sans MS" panose="030F0902030302020204" pitchFamily="66" charset="0"/>
                </a:rPr>
                <a:t>’</a:t>
              </a:r>
              <a:r>
                <a:rPr lang="it-IT" altLang="ja-JP" sz="1800">
                  <a:solidFill>
                    <a:srgbClr val="FFFF00"/>
                  </a:solidFill>
                  <a:latin typeface="Comic Sans MS" panose="030F0902030302020204" pitchFamily="66" charset="0"/>
                </a:rPr>
                <a:t>idrolisi paragonabile a quello del legame fosforico terminale dell</a:t>
              </a:r>
              <a:r>
                <a:rPr lang="ja-JP" altLang="it-IT" sz="1800">
                  <a:solidFill>
                    <a:srgbClr val="FFFF00"/>
                  </a:solidFill>
                  <a:latin typeface="Comic Sans MS" panose="030F0902030302020204" pitchFamily="66" charset="0"/>
                </a:rPr>
                <a:t>’</a:t>
              </a:r>
              <a:r>
                <a:rPr lang="it-IT" altLang="ja-JP" sz="1800">
                  <a:solidFill>
                    <a:srgbClr val="FFFF00"/>
                  </a:solidFill>
                  <a:latin typeface="Comic Sans MS" panose="030F0902030302020204" pitchFamily="66" charset="0"/>
                </a:rPr>
                <a:t>ATP</a:t>
              </a:r>
              <a:endParaRPr lang="it-IT" altLang="it-IT" sz="1800" baseline="30000">
                <a:solidFill>
                  <a:srgbClr val="FFFF00"/>
                </a:solidFill>
                <a:latin typeface="Comic Sans MS" panose="030F0902030302020204" pitchFamily="66" charset="0"/>
              </a:endParaRPr>
            </a:p>
          </p:txBody>
        </p:sp>
        <p:sp>
          <p:nvSpPr>
            <p:cNvPr id="99333" name="Text Box 5">
              <a:extLst>
                <a:ext uri="{FF2B5EF4-FFF2-40B4-BE49-F238E27FC236}">
                  <a16:creationId xmlns:a16="http://schemas.microsoft.com/office/drawing/2014/main" id="{D4DAC913-D5FE-5595-7BD2-7A58BF7A1842}"/>
                </a:ext>
              </a:extLst>
            </p:cNvPr>
            <p:cNvSpPr txBox="1">
              <a:spLocks noChangeArrowheads="1"/>
            </p:cNvSpPr>
            <p:nvPr/>
          </p:nvSpPr>
          <p:spPr bwMode="auto">
            <a:xfrm>
              <a:off x="96" y="1531"/>
              <a:ext cx="5424"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a:solidFill>
                    <a:srgbClr val="FFFF00"/>
                  </a:solidFill>
                  <a:latin typeface="Comic Sans MS" panose="030F0902030302020204" pitchFamily="66" charset="0"/>
                </a:rPr>
                <a:t>In questo caso è necessario l</a:t>
              </a:r>
              <a:r>
                <a:rPr lang="ja-JP" altLang="it-IT" sz="1800">
                  <a:solidFill>
                    <a:srgbClr val="FFFF00"/>
                  </a:solidFill>
                  <a:latin typeface="Comic Sans MS" panose="030F0902030302020204" pitchFamily="66" charset="0"/>
                </a:rPr>
                <a:t>’</a:t>
              </a:r>
              <a:r>
                <a:rPr lang="it-IT" altLang="ja-JP" sz="1800">
                  <a:solidFill>
                    <a:srgbClr val="FFFF00"/>
                  </a:solidFill>
                  <a:latin typeface="Comic Sans MS" panose="030F0902030302020204" pitchFamily="66" charset="0"/>
                </a:rPr>
                <a:t>intervento di due enzimi ausiliari,</a:t>
              </a:r>
            </a:p>
            <a:p>
              <a:pPr eaLnBrk="1" hangingPunct="1">
                <a:spcBef>
                  <a:spcPct val="50000"/>
                </a:spcBef>
                <a:buFontTx/>
                <a:buNone/>
              </a:pPr>
              <a:r>
                <a:rPr lang="it-IT" altLang="it-IT" sz="1800">
                  <a:solidFill>
                    <a:srgbClr val="FFFF00"/>
                  </a:solidFill>
                  <a:latin typeface="Comic Sans MS" panose="030F0902030302020204" pitchFamily="66" charset="0"/>
                </a:rPr>
                <a:t>1) la pirofosfatasi inorganica e 2) la adenilato chinasi</a:t>
              </a:r>
            </a:p>
          </p:txBody>
        </p:sp>
        <p:sp>
          <p:nvSpPr>
            <p:cNvPr id="99334" name="Text Box 6">
              <a:extLst>
                <a:ext uri="{FF2B5EF4-FFF2-40B4-BE49-F238E27FC236}">
                  <a16:creationId xmlns:a16="http://schemas.microsoft.com/office/drawing/2014/main" id="{8BB98B0B-5BAB-250C-E79A-4DB9843320B5}"/>
                </a:ext>
              </a:extLst>
            </p:cNvPr>
            <p:cNvSpPr txBox="1">
              <a:spLocks noChangeArrowheads="1"/>
            </p:cNvSpPr>
            <p:nvPr/>
          </p:nvSpPr>
          <p:spPr bwMode="auto">
            <a:xfrm>
              <a:off x="144" y="2112"/>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b="1">
                  <a:solidFill>
                    <a:schemeClr val="accent2"/>
                  </a:solidFill>
                  <a:latin typeface="Comic Sans MS" panose="030F0902030302020204" pitchFamily="66" charset="0"/>
                </a:rPr>
                <a:t>1) PP</a:t>
              </a:r>
              <a:r>
                <a:rPr lang="it-IT" altLang="it-IT" sz="1800" b="1" baseline="-25000">
                  <a:solidFill>
                    <a:schemeClr val="accent2"/>
                  </a:solidFill>
                  <a:latin typeface="Comic Sans MS" panose="030F0902030302020204" pitchFamily="66" charset="0"/>
                </a:rPr>
                <a:t>i </a:t>
              </a:r>
              <a:r>
                <a:rPr lang="it-IT" altLang="it-IT" sz="1800" b="1">
                  <a:solidFill>
                    <a:schemeClr val="accent2"/>
                  </a:solidFill>
                  <a:latin typeface="Comic Sans MS" panose="030F0902030302020204" pitchFamily="66" charset="0"/>
                </a:rPr>
                <a:t>+ H</a:t>
              </a:r>
              <a:r>
                <a:rPr lang="it-IT" altLang="it-IT" sz="1800" b="1" baseline="-25000">
                  <a:solidFill>
                    <a:schemeClr val="accent2"/>
                  </a:solidFill>
                  <a:latin typeface="Comic Sans MS" panose="030F0902030302020204" pitchFamily="66" charset="0"/>
                </a:rPr>
                <a:t>2</a:t>
              </a:r>
              <a:r>
                <a:rPr lang="it-IT" altLang="it-IT" sz="1800" b="1">
                  <a:solidFill>
                    <a:schemeClr val="accent2"/>
                  </a:solidFill>
                  <a:latin typeface="Comic Sans MS" panose="030F0902030302020204" pitchFamily="66" charset="0"/>
                </a:rPr>
                <a:t>O</a:t>
              </a:r>
              <a:endParaRPr lang="it-IT" altLang="it-IT" sz="1800" b="1" baseline="-25000">
                <a:solidFill>
                  <a:schemeClr val="accent2"/>
                </a:solidFill>
                <a:latin typeface="Comic Sans MS" panose="030F0902030302020204" pitchFamily="66" charset="0"/>
              </a:endParaRPr>
            </a:p>
          </p:txBody>
        </p:sp>
        <p:sp>
          <p:nvSpPr>
            <p:cNvPr id="99335" name="Line 7">
              <a:extLst>
                <a:ext uri="{FF2B5EF4-FFF2-40B4-BE49-F238E27FC236}">
                  <a16:creationId xmlns:a16="http://schemas.microsoft.com/office/drawing/2014/main" id="{9782D03D-762F-01BB-BE0C-9EF45DEE1303}"/>
                </a:ext>
              </a:extLst>
            </p:cNvPr>
            <p:cNvSpPr>
              <a:spLocks noChangeShapeType="1"/>
            </p:cNvSpPr>
            <p:nvPr/>
          </p:nvSpPr>
          <p:spPr bwMode="auto">
            <a:xfrm>
              <a:off x="1104" y="2208"/>
              <a:ext cx="432"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99336" name="Text Box 8">
              <a:extLst>
                <a:ext uri="{FF2B5EF4-FFF2-40B4-BE49-F238E27FC236}">
                  <a16:creationId xmlns:a16="http://schemas.microsoft.com/office/drawing/2014/main" id="{6552B6E6-CFD1-D79F-084C-7B5FE56D2D8F}"/>
                </a:ext>
              </a:extLst>
            </p:cNvPr>
            <p:cNvSpPr txBox="1">
              <a:spLocks noChangeArrowheads="1"/>
            </p:cNvSpPr>
            <p:nvPr/>
          </p:nvSpPr>
          <p:spPr bwMode="auto">
            <a:xfrm>
              <a:off x="1536" y="2073"/>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b="1">
                  <a:solidFill>
                    <a:schemeClr val="accent2"/>
                  </a:solidFill>
                  <a:latin typeface="Comic Sans MS" panose="030F0902030302020204" pitchFamily="66" charset="0"/>
                </a:rPr>
                <a:t>2P</a:t>
              </a:r>
              <a:r>
                <a:rPr lang="it-IT" altLang="it-IT" sz="1800" b="1" baseline="-25000">
                  <a:solidFill>
                    <a:schemeClr val="accent2"/>
                  </a:solidFill>
                  <a:latin typeface="Comic Sans MS" panose="030F0902030302020204" pitchFamily="66" charset="0"/>
                </a:rPr>
                <a:t>i</a:t>
              </a:r>
            </a:p>
          </p:txBody>
        </p:sp>
        <p:sp>
          <p:nvSpPr>
            <p:cNvPr id="99337" name="Text Box 9">
              <a:extLst>
                <a:ext uri="{FF2B5EF4-FFF2-40B4-BE49-F238E27FC236}">
                  <a16:creationId xmlns:a16="http://schemas.microsoft.com/office/drawing/2014/main" id="{24E601E8-1C81-6A1B-8B76-F1B3882CDBBA}"/>
                </a:ext>
              </a:extLst>
            </p:cNvPr>
            <p:cNvSpPr txBox="1">
              <a:spLocks noChangeArrowheads="1"/>
            </p:cNvSpPr>
            <p:nvPr/>
          </p:nvSpPr>
          <p:spPr bwMode="auto">
            <a:xfrm>
              <a:off x="144" y="2544"/>
              <a:ext cx="12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b="1">
                  <a:solidFill>
                    <a:schemeClr val="accent2"/>
                  </a:solidFill>
                  <a:latin typeface="Comic Sans MS" panose="030F0902030302020204" pitchFamily="66" charset="0"/>
                </a:rPr>
                <a:t>2) ATP + AMP</a:t>
              </a:r>
            </a:p>
          </p:txBody>
        </p:sp>
        <p:sp>
          <p:nvSpPr>
            <p:cNvPr id="99338" name="Line 10">
              <a:extLst>
                <a:ext uri="{FF2B5EF4-FFF2-40B4-BE49-F238E27FC236}">
                  <a16:creationId xmlns:a16="http://schemas.microsoft.com/office/drawing/2014/main" id="{5D72E2B7-0D50-ED9B-770E-A22B429C3179}"/>
                </a:ext>
              </a:extLst>
            </p:cNvPr>
            <p:cNvSpPr>
              <a:spLocks noChangeShapeType="1"/>
            </p:cNvSpPr>
            <p:nvPr/>
          </p:nvSpPr>
          <p:spPr bwMode="auto">
            <a:xfrm>
              <a:off x="1296" y="2640"/>
              <a:ext cx="432"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99339" name="Text Box 11">
              <a:extLst>
                <a:ext uri="{FF2B5EF4-FFF2-40B4-BE49-F238E27FC236}">
                  <a16:creationId xmlns:a16="http://schemas.microsoft.com/office/drawing/2014/main" id="{4BCDB88D-996C-2353-0043-963174249AF8}"/>
                </a:ext>
              </a:extLst>
            </p:cNvPr>
            <p:cNvSpPr txBox="1">
              <a:spLocks noChangeArrowheads="1"/>
            </p:cNvSpPr>
            <p:nvPr/>
          </p:nvSpPr>
          <p:spPr bwMode="auto">
            <a:xfrm>
              <a:off x="1776" y="2505"/>
              <a:ext cx="11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1800" b="1">
                  <a:solidFill>
                    <a:schemeClr val="accent2"/>
                  </a:solidFill>
                  <a:latin typeface="Comic Sans MS" panose="030F0902030302020204" pitchFamily="66" charset="0"/>
                </a:rPr>
                <a:t>ADP + ADP</a:t>
              </a:r>
            </a:p>
          </p:txBody>
        </p:sp>
      </p:grpSp>
      <p:sp>
        <p:nvSpPr>
          <p:cNvPr id="99330" name="Text Box 12">
            <a:extLst>
              <a:ext uri="{FF2B5EF4-FFF2-40B4-BE49-F238E27FC236}">
                <a16:creationId xmlns:a16="http://schemas.microsoft.com/office/drawing/2014/main" id="{CBAC12CD-BCA5-1529-0312-5C409BAA986F}"/>
              </a:ext>
            </a:extLst>
          </p:cNvPr>
          <p:cNvSpPr txBox="1">
            <a:spLocks noChangeArrowheads="1"/>
          </p:cNvSpPr>
          <p:nvPr/>
        </p:nvSpPr>
        <p:spPr bwMode="auto">
          <a:xfrm>
            <a:off x="303213" y="4791075"/>
            <a:ext cx="4906962"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it-IT" altLang="it-IT" sz="2000"/>
              <a:t>Successivamente:</a:t>
            </a:r>
          </a:p>
          <a:p>
            <a:pPr eaLnBrk="1" hangingPunct="1">
              <a:spcBef>
                <a:spcPct val="0"/>
              </a:spcBef>
              <a:buFontTx/>
              <a:buNone/>
            </a:pPr>
            <a:endParaRPr lang="it-IT" altLang="it-IT" sz="2000"/>
          </a:p>
          <a:p>
            <a:pPr eaLnBrk="1" hangingPunct="1">
              <a:spcBef>
                <a:spcPct val="0"/>
              </a:spcBef>
              <a:buFontTx/>
              <a:buNone/>
            </a:pPr>
            <a:r>
              <a:rPr lang="it-IT" altLang="it-IT" sz="2000"/>
              <a:t>ADP viene trasformato in ATP  attraverso:</a:t>
            </a:r>
          </a:p>
          <a:p>
            <a:pPr eaLnBrk="1" hangingPunct="1">
              <a:spcBef>
                <a:spcPct val="0"/>
              </a:spcBef>
            </a:pPr>
            <a:r>
              <a:rPr lang="it-IT" altLang="it-IT" sz="2000"/>
              <a:t> la catena respiratoria</a:t>
            </a:r>
          </a:p>
          <a:p>
            <a:pPr eaLnBrk="1" hangingPunct="1">
              <a:spcBef>
                <a:spcPct val="0"/>
              </a:spcBef>
            </a:pPr>
            <a:r>
              <a:rPr lang="it-IT" altLang="it-IT" sz="2000"/>
              <a:t> fosforilazione a livello del substrato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3619FCF-C938-4681-F964-C0660EB9439A}"/>
              </a:ext>
            </a:extLst>
          </p:cNvPr>
          <p:cNvGrpSpPr>
            <a:grpSpLocks/>
          </p:cNvGrpSpPr>
          <p:nvPr/>
        </p:nvGrpSpPr>
        <p:grpSpPr bwMode="auto">
          <a:xfrm>
            <a:off x="-142875" y="250825"/>
            <a:ext cx="9467850" cy="5986463"/>
            <a:chOff x="-90" y="158"/>
            <a:chExt cx="5964" cy="3771"/>
          </a:xfrm>
        </p:grpSpPr>
        <p:sp>
          <p:nvSpPr>
            <p:cNvPr id="151555" name="Text Box 3">
              <a:extLst>
                <a:ext uri="{FF2B5EF4-FFF2-40B4-BE49-F238E27FC236}">
                  <a16:creationId xmlns:a16="http://schemas.microsoft.com/office/drawing/2014/main" id="{4E9AC201-1FC0-5018-2DF1-1271AEA3DC62}"/>
                </a:ext>
              </a:extLst>
            </p:cNvPr>
            <p:cNvSpPr txBox="1">
              <a:spLocks noChangeArrowheads="1"/>
            </p:cNvSpPr>
            <p:nvPr/>
          </p:nvSpPr>
          <p:spPr bwMode="auto">
            <a:xfrm>
              <a:off x="-90" y="158"/>
              <a:ext cx="5964" cy="596"/>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defRPr/>
              </a:pPr>
              <a:r>
                <a:rPr lang="it-IT" altLang="it-IT" sz="2800" b="1" dirty="0">
                  <a:effectLst>
                    <a:outerShdw blurRad="38100" dist="38100" dir="2700000" algn="tl">
                      <a:srgbClr val="000000"/>
                    </a:outerShdw>
                  </a:effectLst>
                  <a:latin typeface="Comic Sans MS" panose="030F0902030302020204" pitchFamily="66" charset="0"/>
                </a:rPr>
                <a:t>L</a:t>
              </a:r>
              <a:r>
                <a:rPr lang="ja-JP" altLang="it-IT" sz="2800" b="1">
                  <a:effectLst>
                    <a:outerShdw blurRad="38100" dist="38100" dir="2700000" algn="tl">
                      <a:srgbClr val="000000"/>
                    </a:outerShdw>
                  </a:effectLst>
                  <a:latin typeface="Comic Sans MS" panose="030F0902030302020204" pitchFamily="66" charset="0"/>
                </a:rPr>
                <a:t>’</a:t>
              </a:r>
              <a:r>
                <a:rPr lang="it-IT" altLang="ja-JP" sz="2800" b="1" dirty="0">
                  <a:effectLst>
                    <a:outerShdw blurRad="38100" dist="38100" dir="2700000" algn="tl">
                      <a:srgbClr val="000000"/>
                    </a:outerShdw>
                  </a:effectLst>
                  <a:latin typeface="Comic Sans MS" panose="030F0902030302020204" pitchFamily="66" charset="0"/>
                </a:rPr>
                <a:t>attività degli Enzimi è regolata in maniera coordinata</a:t>
              </a:r>
              <a:endParaRPr lang="it-IT" altLang="it-IT" sz="2800" b="1" dirty="0">
                <a:effectLst>
                  <a:outerShdw blurRad="38100" dist="38100" dir="2700000" algn="tl">
                    <a:srgbClr val="000000"/>
                  </a:outerShdw>
                </a:effectLst>
                <a:latin typeface="Comic Sans MS" panose="030F0902030302020204" pitchFamily="66" charset="0"/>
              </a:endParaRPr>
            </a:p>
          </p:txBody>
        </p:sp>
        <p:grpSp>
          <p:nvGrpSpPr>
            <p:cNvPr id="103427" name="Group 4">
              <a:extLst>
                <a:ext uri="{FF2B5EF4-FFF2-40B4-BE49-F238E27FC236}">
                  <a16:creationId xmlns:a16="http://schemas.microsoft.com/office/drawing/2014/main" id="{830FF5C8-6966-17C1-BD3A-5F6033842733}"/>
                </a:ext>
              </a:extLst>
            </p:cNvPr>
            <p:cNvGrpSpPr>
              <a:grpSpLocks/>
            </p:cNvGrpSpPr>
            <p:nvPr/>
          </p:nvGrpSpPr>
          <p:grpSpPr bwMode="auto">
            <a:xfrm>
              <a:off x="1746" y="979"/>
              <a:ext cx="2540" cy="2950"/>
              <a:chOff x="1746" y="979"/>
              <a:chExt cx="2540" cy="2950"/>
            </a:xfrm>
          </p:grpSpPr>
          <p:sp>
            <p:nvSpPr>
              <p:cNvPr id="103428" name="AutoShape 5">
                <a:extLst>
                  <a:ext uri="{FF2B5EF4-FFF2-40B4-BE49-F238E27FC236}">
                    <a16:creationId xmlns:a16="http://schemas.microsoft.com/office/drawing/2014/main" id="{BDCD0D11-4D72-2246-C179-A20688981BF6}"/>
                  </a:ext>
                </a:extLst>
              </p:cNvPr>
              <p:cNvSpPr>
                <a:spLocks noChangeArrowheads="1"/>
              </p:cNvSpPr>
              <p:nvPr/>
            </p:nvSpPr>
            <p:spPr bwMode="auto">
              <a:xfrm>
                <a:off x="4014" y="2667"/>
                <a:ext cx="227" cy="226"/>
              </a:xfrm>
              <a:prstGeom prst="smileyFace">
                <a:avLst>
                  <a:gd name="adj" fmla="val 4653"/>
                </a:avLst>
              </a:prstGeom>
              <a:solidFill>
                <a:srgbClr val="FF00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it-IT" sz="2400" b="1">
                  <a:solidFill>
                    <a:schemeClr val="accent2"/>
                  </a:solidFill>
                  <a:latin typeface="Comic Sans MS" panose="030F0902030302020204" pitchFamily="66" charset="0"/>
                </a:endParaRPr>
              </a:p>
            </p:txBody>
          </p:sp>
          <p:sp>
            <p:nvSpPr>
              <p:cNvPr id="103429" name="AutoShape 6">
                <a:extLst>
                  <a:ext uri="{FF2B5EF4-FFF2-40B4-BE49-F238E27FC236}">
                    <a16:creationId xmlns:a16="http://schemas.microsoft.com/office/drawing/2014/main" id="{823BA0B7-C5A0-3429-AA0A-0D23875CBABA}"/>
                  </a:ext>
                </a:extLst>
              </p:cNvPr>
              <p:cNvSpPr>
                <a:spLocks noChangeArrowheads="1"/>
              </p:cNvSpPr>
              <p:nvPr/>
            </p:nvSpPr>
            <p:spPr bwMode="auto">
              <a:xfrm>
                <a:off x="2472" y="1396"/>
                <a:ext cx="182" cy="2087"/>
              </a:xfrm>
              <a:prstGeom prst="downArrow">
                <a:avLst>
                  <a:gd name="adj1" fmla="val 50000"/>
                  <a:gd name="adj2" fmla="val 286676"/>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103430" name="AutoShape 7">
                <a:extLst>
                  <a:ext uri="{FF2B5EF4-FFF2-40B4-BE49-F238E27FC236}">
                    <a16:creationId xmlns:a16="http://schemas.microsoft.com/office/drawing/2014/main" id="{A5A25D53-6C6D-2EC4-289C-5FBB0AF8AE8B}"/>
                  </a:ext>
                </a:extLst>
              </p:cNvPr>
              <p:cNvSpPr>
                <a:spLocks noChangeArrowheads="1"/>
              </p:cNvSpPr>
              <p:nvPr/>
            </p:nvSpPr>
            <p:spPr bwMode="auto">
              <a:xfrm>
                <a:off x="3425" y="1305"/>
                <a:ext cx="181" cy="2132"/>
              </a:xfrm>
              <a:prstGeom prst="upArrow">
                <a:avLst>
                  <a:gd name="adj1" fmla="val 50000"/>
                  <a:gd name="adj2" fmla="val 294475"/>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103431" name="AutoShape 8">
                <a:extLst>
                  <a:ext uri="{FF2B5EF4-FFF2-40B4-BE49-F238E27FC236}">
                    <a16:creationId xmlns:a16="http://schemas.microsoft.com/office/drawing/2014/main" id="{7FC4B21F-7470-209E-AE7E-42E6002EE883}"/>
                  </a:ext>
                </a:extLst>
              </p:cNvPr>
              <p:cNvSpPr>
                <a:spLocks noChangeArrowheads="1"/>
              </p:cNvSpPr>
              <p:nvPr/>
            </p:nvSpPr>
            <p:spPr bwMode="auto">
              <a:xfrm>
                <a:off x="1746" y="2667"/>
                <a:ext cx="227" cy="226"/>
              </a:xfrm>
              <a:prstGeom prst="smileyFace">
                <a:avLst>
                  <a:gd name="adj" fmla="val -4653"/>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151561" name="Text Box 9">
                <a:extLst>
                  <a:ext uri="{FF2B5EF4-FFF2-40B4-BE49-F238E27FC236}">
                    <a16:creationId xmlns:a16="http://schemas.microsoft.com/office/drawing/2014/main" id="{247EFE44-BEC1-8145-2C79-181E48A89C78}"/>
                  </a:ext>
                </a:extLst>
              </p:cNvPr>
              <p:cNvSpPr txBox="1">
                <a:spLocks noChangeArrowheads="1"/>
              </p:cNvSpPr>
              <p:nvPr/>
            </p:nvSpPr>
            <p:spPr bwMode="auto">
              <a:xfrm>
                <a:off x="2654" y="3564"/>
                <a:ext cx="680" cy="365"/>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3200" b="1">
                    <a:solidFill>
                      <a:srgbClr val="FFFF00"/>
                    </a:solidFill>
                    <a:effectLst>
                      <a:outerShdw blurRad="38100" dist="38100" dir="2700000" algn="tl">
                        <a:srgbClr val="000000"/>
                      </a:outerShdw>
                    </a:effectLst>
                    <a:latin typeface="Comic Sans MS" panose="030F0902030302020204" pitchFamily="66" charset="0"/>
                  </a:rPr>
                  <a:t>ATP</a:t>
                </a:r>
              </a:p>
            </p:txBody>
          </p:sp>
          <p:sp>
            <p:nvSpPr>
              <p:cNvPr id="103433" name="Line 10">
                <a:extLst>
                  <a:ext uri="{FF2B5EF4-FFF2-40B4-BE49-F238E27FC236}">
                    <a16:creationId xmlns:a16="http://schemas.microsoft.com/office/drawing/2014/main" id="{5EED684B-6F9A-06EE-9894-326E621B6E11}"/>
                  </a:ext>
                </a:extLst>
              </p:cNvPr>
              <p:cNvSpPr>
                <a:spLocks noChangeShapeType="1"/>
              </p:cNvSpPr>
              <p:nvPr/>
            </p:nvSpPr>
            <p:spPr bwMode="auto">
              <a:xfrm>
                <a:off x="1882" y="2938"/>
                <a:ext cx="0" cy="817"/>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3434" name="Line 11">
                <a:extLst>
                  <a:ext uri="{FF2B5EF4-FFF2-40B4-BE49-F238E27FC236}">
                    <a16:creationId xmlns:a16="http://schemas.microsoft.com/office/drawing/2014/main" id="{00513797-A24E-6208-5F09-B02543CA61F7}"/>
                  </a:ext>
                </a:extLst>
              </p:cNvPr>
              <p:cNvSpPr>
                <a:spLocks noChangeShapeType="1"/>
              </p:cNvSpPr>
              <p:nvPr/>
            </p:nvSpPr>
            <p:spPr bwMode="auto">
              <a:xfrm>
                <a:off x="1882" y="3755"/>
                <a:ext cx="817"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3435" name="Line 12">
                <a:extLst>
                  <a:ext uri="{FF2B5EF4-FFF2-40B4-BE49-F238E27FC236}">
                    <a16:creationId xmlns:a16="http://schemas.microsoft.com/office/drawing/2014/main" id="{0390827A-A931-FE71-503A-2D49C64AB50B}"/>
                  </a:ext>
                </a:extLst>
              </p:cNvPr>
              <p:cNvSpPr>
                <a:spLocks noChangeShapeType="1"/>
              </p:cNvSpPr>
              <p:nvPr/>
            </p:nvSpPr>
            <p:spPr bwMode="auto">
              <a:xfrm>
                <a:off x="2019" y="2757"/>
                <a:ext cx="453"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3436" name="Line 13">
                <a:extLst>
                  <a:ext uri="{FF2B5EF4-FFF2-40B4-BE49-F238E27FC236}">
                    <a16:creationId xmlns:a16="http://schemas.microsoft.com/office/drawing/2014/main" id="{5DF2DB45-270B-B51D-4616-7F04BEE681F3}"/>
                  </a:ext>
                </a:extLst>
              </p:cNvPr>
              <p:cNvSpPr>
                <a:spLocks noChangeShapeType="1"/>
              </p:cNvSpPr>
              <p:nvPr/>
            </p:nvSpPr>
            <p:spPr bwMode="auto">
              <a:xfrm>
                <a:off x="3288" y="3755"/>
                <a:ext cx="862"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3437" name="Line 14">
                <a:extLst>
                  <a:ext uri="{FF2B5EF4-FFF2-40B4-BE49-F238E27FC236}">
                    <a16:creationId xmlns:a16="http://schemas.microsoft.com/office/drawing/2014/main" id="{CEC8F0C1-F1C8-1CE1-339E-C8E1BD19C42C}"/>
                  </a:ext>
                </a:extLst>
              </p:cNvPr>
              <p:cNvSpPr>
                <a:spLocks noChangeShapeType="1"/>
              </p:cNvSpPr>
              <p:nvPr/>
            </p:nvSpPr>
            <p:spPr bwMode="auto">
              <a:xfrm>
                <a:off x="4150" y="2938"/>
                <a:ext cx="0" cy="817"/>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3438" name="Line 15">
                <a:extLst>
                  <a:ext uri="{FF2B5EF4-FFF2-40B4-BE49-F238E27FC236}">
                    <a16:creationId xmlns:a16="http://schemas.microsoft.com/office/drawing/2014/main" id="{1ACA8591-4336-A054-8913-36D646B10594}"/>
                  </a:ext>
                </a:extLst>
              </p:cNvPr>
              <p:cNvSpPr>
                <a:spLocks noChangeShapeType="1"/>
              </p:cNvSpPr>
              <p:nvPr/>
            </p:nvSpPr>
            <p:spPr bwMode="auto">
              <a:xfrm>
                <a:off x="3651" y="2757"/>
                <a:ext cx="363"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51568" name="Text Box 16">
                <a:extLst>
                  <a:ext uri="{FF2B5EF4-FFF2-40B4-BE49-F238E27FC236}">
                    <a16:creationId xmlns:a16="http://schemas.microsoft.com/office/drawing/2014/main" id="{1A6E56FC-4DE3-7F87-276C-E40C5816E7C6}"/>
                  </a:ext>
                </a:extLst>
              </p:cNvPr>
              <p:cNvSpPr txBox="1">
                <a:spLocks noChangeArrowheads="1"/>
              </p:cNvSpPr>
              <p:nvPr/>
            </p:nvSpPr>
            <p:spPr bwMode="auto">
              <a:xfrm>
                <a:off x="2789" y="979"/>
                <a:ext cx="862" cy="365"/>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3200" b="1">
                    <a:solidFill>
                      <a:srgbClr val="FFFF00"/>
                    </a:solidFill>
                    <a:effectLst>
                      <a:outerShdw blurRad="38100" dist="38100" dir="2700000" algn="tl">
                        <a:srgbClr val="000000"/>
                      </a:outerShdw>
                    </a:effectLst>
                    <a:latin typeface="Comic Sans MS" panose="030F0902030302020204" pitchFamily="66" charset="0"/>
                  </a:rPr>
                  <a:t>ADP</a:t>
                </a:r>
              </a:p>
            </p:txBody>
          </p:sp>
          <p:sp>
            <p:nvSpPr>
              <p:cNvPr id="103440" name="Line 17">
                <a:extLst>
                  <a:ext uri="{FF2B5EF4-FFF2-40B4-BE49-F238E27FC236}">
                    <a16:creationId xmlns:a16="http://schemas.microsoft.com/office/drawing/2014/main" id="{C36E9329-E34B-537F-1912-84B4B0F8E829}"/>
                  </a:ext>
                </a:extLst>
              </p:cNvPr>
              <p:cNvSpPr>
                <a:spLocks noChangeShapeType="1"/>
              </p:cNvSpPr>
              <p:nvPr/>
            </p:nvSpPr>
            <p:spPr bwMode="auto">
              <a:xfrm>
                <a:off x="1882" y="1253"/>
                <a:ext cx="817"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3441" name="Line 18">
                <a:extLst>
                  <a:ext uri="{FF2B5EF4-FFF2-40B4-BE49-F238E27FC236}">
                    <a16:creationId xmlns:a16="http://schemas.microsoft.com/office/drawing/2014/main" id="{FA419146-4A3C-8860-CAA6-67ED8810F849}"/>
                  </a:ext>
                </a:extLst>
              </p:cNvPr>
              <p:cNvSpPr>
                <a:spLocks noChangeShapeType="1"/>
              </p:cNvSpPr>
              <p:nvPr/>
            </p:nvSpPr>
            <p:spPr bwMode="auto">
              <a:xfrm>
                <a:off x="1882" y="1253"/>
                <a:ext cx="0" cy="998"/>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3442" name="AutoShape 19">
                <a:extLst>
                  <a:ext uri="{FF2B5EF4-FFF2-40B4-BE49-F238E27FC236}">
                    <a16:creationId xmlns:a16="http://schemas.microsoft.com/office/drawing/2014/main" id="{B2CFBA48-9831-0F18-113A-4B7867A7D232}"/>
                  </a:ext>
                </a:extLst>
              </p:cNvPr>
              <p:cNvSpPr>
                <a:spLocks noChangeArrowheads="1"/>
              </p:cNvSpPr>
              <p:nvPr/>
            </p:nvSpPr>
            <p:spPr bwMode="auto">
              <a:xfrm>
                <a:off x="1791" y="2251"/>
                <a:ext cx="227" cy="226"/>
              </a:xfrm>
              <a:prstGeom prst="smileyFace">
                <a:avLst>
                  <a:gd name="adj" fmla="val 4653"/>
                </a:avLst>
              </a:prstGeom>
              <a:solidFill>
                <a:srgbClr val="FF00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it-IT" sz="2400" b="1">
                  <a:solidFill>
                    <a:schemeClr val="accent2"/>
                  </a:solidFill>
                  <a:latin typeface="Comic Sans MS" panose="030F0902030302020204" pitchFamily="66" charset="0"/>
                </a:endParaRPr>
              </a:p>
            </p:txBody>
          </p:sp>
          <p:sp>
            <p:nvSpPr>
              <p:cNvPr id="103443" name="Line 20">
                <a:extLst>
                  <a:ext uri="{FF2B5EF4-FFF2-40B4-BE49-F238E27FC236}">
                    <a16:creationId xmlns:a16="http://schemas.microsoft.com/office/drawing/2014/main" id="{50FC7606-B537-4FF8-D4D6-8641CC99DE56}"/>
                  </a:ext>
                </a:extLst>
              </p:cNvPr>
              <p:cNvSpPr>
                <a:spLocks noChangeShapeType="1"/>
              </p:cNvSpPr>
              <p:nvPr/>
            </p:nvSpPr>
            <p:spPr bwMode="auto">
              <a:xfrm>
                <a:off x="2018" y="2387"/>
                <a:ext cx="454"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3444" name="Line 21">
                <a:extLst>
                  <a:ext uri="{FF2B5EF4-FFF2-40B4-BE49-F238E27FC236}">
                    <a16:creationId xmlns:a16="http://schemas.microsoft.com/office/drawing/2014/main" id="{D101C8B1-E0AA-4ED4-1524-B1E7097154B9}"/>
                  </a:ext>
                </a:extLst>
              </p:cNvPr>
              <p:cNvSpPr>
                <a:spLocks noChangeShapeType="1"/>
              </p:cNvSpPr>
              <p:nvPr/>
            </p:nvSpPr>
            <p:spPr bwMode="auto">
              <a:xfrm>
                <a:off x="3424" y="1253"/>
                <a:ext cx="771"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3445" name="Line 22">
                <a:extLst>
                  <a:ext uri="{FF2B5EF4-FFF2-40B4-BE49-F238E27FC236}">
                    <a16:creationId xmlns:a16="http://schemas.microsoft.com/office/drawing/2014/main" id="{DB26DFB8-88E5-29A6-A7B8-2E4425124EAA}"/>
                  </a:ext>
                </a:extLst>
              </p:cNvPr>
              <p:cNvSpPr>
                <a:spLocks noChangeShapeType="1"/>
              </p:cNvSpPr>
              <p:nvPr/>
            </p:nvSpPr>
            <p:spPr bwMode="auto">
              <a:xfrm>
                <a:off x="4195" y="1253"/>
                <a:ext cx="0" cy="1088"/>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3446" name="AutoShape 23">
                <a:extLst>
                  <a:ext uri="{FF2B5EF4-FFF2-40B4-BE49-F238E27FC236}">
                    <a16:creationId xmlns:a16="http://schemas.microsoft.com/office/drawing/2014/main" id="{545EAE9E-E9EE-5917-B080-34C850393054}"/>
                  </a:ext>
                </a:extLst>
              </p:cNvPr>
              <p:cNvSpPr>
                <a:spLocks noChangeArrowheads="1"/>
              </p:cNvSpPr>
              <p:nvPr/>
            </p:nvSpPr>
            <p:spPr bwMode="auto">
              <a:xfrm>
                <a:off x="4059" y="2205"/>
                <a:ext cx="227" cy="226"/>
              </a:xfrm>
              <a:prstGeom prst="smileyFace">
                <a:avLst>
                  <a:gd name="adj" fmla="val -4653"/>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it-IT" sz="1800"/>
              </a:p>
            </p:txBody>
          </p:sp>
          <p:sp>
            <p:nvSpPr>
              <p:cNvPr id="103447" name="Line 24">
                <a:extLst>
                  <a:ext uri="{FF2B5EF4-FFF2-40B4-BE49-F238E27FC236}">
                    <a16:creationId xmlns:a16="http://schemas.microsoft.com/office/drawing/2014/main" id="{C2E15F4E-D518-2DA6-21E8-4FE8373223F9}"/>
                  </a:ext>
                </a:extLst>
              </p:cNvPr>
              <p:cNvSpPr>
                <a:spLocks noChangeShapeType="1"/>
              </p:cNvSpPr>
              <p:nvPr/>
            </p:nvSpPr>
            <p:spPr bwMode="auto">
              <a:xfrm>
                <a:off x="3650" y="2341"/>
                <a:ext cx="409"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it-IT"/>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BAEDECC-D450-E806-6E24-AF69C5930BF2}"/>
              </a:ext>
            </a:extLst>
          </p:cNvPr>
          <p:cNvGrpSpPr>
            <a:grpSpLocks/>
          </p:cNvGrpSpPr>
          <p:nvPr/>
        </p:nvGrpSpPr>
        <p:grpSpPr bwMode="auto">
          <a:xfrm>
            <a:off x="0" y="0"/>
            <a:ext cx="8915400" cy="6645275"/>
            <a:chOff x="0" y="0"/>
            <a:chExt cx="5616" cy="4186"/>
          </a:xfrm>
        </p:grpSpPr>
        <p:sp>
          <p:nvSpPr>
            <p:cNvPr id="105474" name="Text Box 3">
              <a:extLst>
                <a:ext uri="{FF2B5EF4-FFF2-40B4-BE49-F238E27FC236}">
                  <a16:creationId xmlns:a16="http://schemas.microsoft.com/office/drawing/2014/main" id="{8507D80F-5600-AF12-65F1-1492528EEF3E}"/>
                </a:ext>
              </a:extLst>
            </p:cNvPr>
            <p:cNvSpPr txBox="1">
              <a:spLocks noChangeArrowheads="1"/>
            </p:cNvSpPr>
            <p:nvPr/>
          </p:nvSpPr>
          <p:spPr bwMode="auto">
            <a:xfrm>
              <a:off x="144" y="3552"/>
              <a:ext cx="5472" cy="634"/>
            </a:xfrm>
            <a:prstGeom prst="rect">
              <a:avLst/>
            </a:prstGeom>
            <a:solidFill>
              <a:srgbClr val="CC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rPr>
                <a:t>IL RAPPORTO DELLE LORO CONCENTRAZIONI SERVE DA MEZZO DI COMUNICAZIONE TRA LE REAZIONI CHE UTILIZZANO ATP E QUELLE CHE PRODUCONO ATP</a:t>
              </a:r>
            </a:p>
          </p:txBody>
        </p:sp>
        <p:sp>
          <p:nvSpPr>
            <p:cNvPr id="105475" name="Line 4">
              <a:extLst>
                <a:ext uri="{FF2B5EF4-FFF2-40B4-BE49-F238E27FC236}">
                  <a16:creationId xmlns:a16="http://schemas.microsoft.com/office/drawing/2014/main" id="{3C449B5F-FD26-F4AF-18BE-B4A42F59D136}"/>
                </a:ext>
              </a:extLst>
            </p:cNvPr>
            <p:cNvSpPr>
              <a:spLocks noChangeShapeType="1"/>
            </p:cNvSpPr>
            <p:nvPr/>
          </p:nvSpPr>
          <p:spPr bwMode="auto">
            <a:xfrm flipH="1">
              <a:off x="1200" y="576"/>
              <a:ext cx="1152" cy="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grpSp>
          <p:nvGrpSpPr>
            <p:cNvPr id="105476" name="Group 5">
              <a:extLst>
                <a:ext uri="{FF2B5EF4-FFF2-40B4-BE49-F238E27FC236}">
                  <a16:creationId xmlns:a16="http://schemas.microsoft.com/office/drawing/2014/main" id="{22C2D0A2-AF2E-A9B3-74A2-3A46BB7E4B33}"/>
                </a:ext>
              </a:extLst>
            </p:cNvPr>
            <p:cNvGrpSpPr>
              <a:grpSpLocks/>
            </p:cNvGrpSpPr>
            <p:nvPr/>
          </p:nvGrpSpPr>
          <p:grpSpPr bwMode="auto">
            <a:xfrm>
              <a:off x="0" y="0"/>
              <a:ext cx="5616" cy="3429"/>
              <a:chOff x="0" y="0"/>
              <a:chExt cx="5616" cy="3429"/>
            </a:xfrm>
          </p:grpSpPr>
          <p:sp>
            <p:nvSpPr>
              <p:cNvPr id="105477" name="Line 6">
                <a:extLst>
                  <a:ext uri="{FF2B5EF4-FFF2-40B4-BE49-F238E27FC236}">
                    <a16:creationId xmlns:a16="http://schemas.microsoft.com/office/drawing/2014/main" id="{84DD304F-7861-ABA2-523E-A55DB545ED38}"/>
                  </a:ext>
                </a:extLst>
              </p:cNvPr>
              <p:cNvSpPr>
                <a:spLocks noChangeShapeType="1"/>
              </p:cNvSpPr>
              <p:nvPr/>
            </p:nvSpPr>
            <p:spPr bwMode="auto">
              <a:xfrm rot="-10786080">
                <a:off x="4127" y="2501"/>
                <a:ext cx="0" cy="624"/>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5478" name="Line 7">
                <a:extLst>
                  <a:ext uri="{FF2B5EF4-FFF2-40B4-BE49-F238E27FC236}">
                    <a16:creationId xmlns:a16="http://schemas.microsoft.com/office/drawing/2014/main" id="{DD9074C3-BFFD-2084-B10A-3B962506BD0D}"/>
                  </a:ext>
                </a:extLst>
              </p:cNvPr>
              <p:cNvSpPr>
                <a:spLocks noChangeShapeType="1"/>
              </p:cNvSpPr>
              <p:nvPr/>
            </p:nvSpPr>
            <p:spPr bwMode="auto">
              <a:xfrm rot="-10786080">
                <a:off x="1201" y="2490"/>
                <a:ext cx="336" cy="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grpSp>
            <p:nvGrpSpPr>
              <p:cNvPr id="105479" name="Group 8">
                <a:extLst>
                  <a:ext uri="{FF2B5EF4-FFF2-40B4-BE49-F238E27FC236}">
                    <a16:creationId xmlns:a16="http://schemas.microsoft.com/office/drawing/2014/main" id="{394A0D82-E752-33F1-37F3-CFE107EE6D03}"/>
                  </a:ext>
                </a:extLst>
              </p:cNvPr>
              <p:cNvGrpSpPr>
                <a:grpSpLocks/>
              </p:cNvGrpSpPr>
              <p:nvPr/>
            </p:nvGrpSpPr>
            <p:grpSpPr bwMode="auto">
              <a:xfrm>
                <a:off x="0" y="0"/>
                <a:ext cx="5616" cy="3429"/>
                <a:chOff x="0" y="0"/>
                <a:chExt cx="5616" cy="3429"/>
              </a:xfrm>
            </p:grpSpPr>
            <p:sp>
              <p:nvSpPr>
                <p:cNvPr id="105480" name="Text Box 9">
                  <a:extLst>
                    <a:ext uri="{FF2B5EF4-FFF2-40B4-BE49-F238E27FC236}">
                      <a16:creationId xmlns:a16="http://schemas.microsoft.com/office/drawing/2014/main" id="{051596D2-00F8-113E-AC31-0B1EA802D1F4}"/>
                    </a:ext>
                  </a:extLst>
                </p:cNvPr>
                <p:cNvSpPr txBox="1">
                  <a:spLocks noChangeArrowheads="1"/>
                </p:cNvSpPr>
                <p:nvPr/>
              </p:nvSpPr>
              <p:spPr bwMode="auto">
                <a:xfrm>
                  <a:off x="0" y="0"/>
                  <a:ext cx="561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it-IT" altLang="it-IT" sz="2000" b="1">
                      <a:solidFill>
                        <a:schemeClr val="accent2"/>
                      </a:solidFill>
                      <a:latin typeface="Comic Sans MS" panose="030F0902030302020204" pitchFamily="66" charset="0"/>
                    </a:rPr>
                    <a:t>ATP, ADP E AMP SONO IN CONCENTRAZIONI COSTANTI DI EQUILIBRIO DINAMICO</a:t>
                  </a:r>
                </a:p>
              </p:txBody>
            </p:sp>
            <p:sp>
              <p:nvSpPr>
                <p:cNvPr id="152586" name="Text Box 10">
                  <a:extLst>
                    <a:ext uri="{FF2B5EF4-FFF2-40B4-BE49-F238E27FC236}">
                      <a16:creationId xmlns:a16="http://schemas.microsoft.com/office/drawing/2014/main" id="{BC9201B2-3812-B176-62B8-D1C0C3B88C6A}"/>
                    </a:ext>
                  </a:extLst>
                </p:cNvPr>
                <p:cNvSpPr txBox="1">
                  <a:spLocks noChangeArrowheads="1"/>
                </p:cNvSpPr>
                <p:nvPr/>
              </p:nvSpPr>
              <p:spPr bwMode="auto">
                <a:xfrm>
                  <a:off x="2352" y="432"/>
                  <a:ext cx="576" cy="327"/>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800" b="1">
                      <a:solidFill>
                        <a:srgbClr val="FF3399"/>
                      </a:solidFill>
                      <a:effectLst>
                        <a:outerShdw blurRad="38100" dist="38100" dir="2700000" algn="tl">
                          <a:srgbClr val="000000"/>
                        </a:outerShdw>
                      </a:effectLst>
                      <a:latin typeface="Comic Sans MS" panose="030F0902030302020204" pitchFamily="66" charset="0"/>
                    </a:rPr>
                    <a:t>ADP</a:t>
                  </a:r>
                </a:p>
              </p:txBody>
            </p:sp>
            <p:sp>
              <p:nvSpPr>
                <p:cNvPr id="105482" name="Line 11">
                  <a:extLst>
                    <a:ext uri="{FF2B5EF4-FFF2-40B4-BE49-F238E27FC236}">
                      <a16:creationId xmlns:a16="http://schemas.microsoft.com/office/drawing/2014/main" id="{E588058D-C9F7-CE3C-C932-CCF1CC52084B}"/>
                    </a:ext>
                  </a:extLst>
                </p:cNvPr>
                <p:cNvSpPr>
                  <a:spLocks noChangeShapeType="1"/>
                </p:cNvSpPr>
                <p:nvPr/>
              </p:nvSpPr>
              <p:spPr bwMode="auto">
                <a:xfrm>
                  <a:off x="2064" y="864"/>
                  <a:ext cx="0" cy="2064"/>
                </a:xfrm>
                <a:prstGeom prst="line">
                  <a:avLst/>
                </a:prstGeom>
                <a:noFill/>
                <a:ln w="762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105483" name="Line 12">
                  <a:extLst>
                    <a:ext uri="{FF2B5EF4-FFF2-40B4-BE49-F238E27FC236}">
                      <a16:creationId xmlns:a16="http://schemas.microsoft.com/office/drawing/2014/main" id="{D666273B-C5BD-0DAE-01EB-8203EB5B7664}"/>
                    </a:ext>
                  </a:extLst>
                </p:cNvPr>
                <p:cNvSpPr>
                  <a:spLocks noChangeShapeType="1"/>
                </p:cNvSpPr>
                <p:nvPr/>
              </p:nvSpPr>
              <p:spPr bwMode="auto">
                <a:xfrm flipV="1">
                  <a:off x="3168" y="912"/>
                  <a:ext cx="0" cy="2016"/>
                </a:xfrm>
                <a:prstGeom prst="line">
                  <a:avLst/>
                </a:prstGeom>
                <a:noFill/>
                <a:ln w="762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152589" name="Text Box 13">
                  <a:extLst>
                    <a:ext uri="{FF2B5EF4-FFF2-40B4-BE49-F238E27FC236}">
                      <a16:creationId xmlns:a16="http://schemas.microsoft.com/office/drawing/2014/main" id="{881EAECA-E19A-C562-D074-E151406588B4}"/>
                    </a:ext>
                  </a:extLst>
                </p:cNvPr>
                <p:cNvSpPr txBox="1">
                  <a:spLocks noChangeArrowheads="1"/>
                </p:cNvSpPr>
                <p:nvPr/>
              </p:nvSpPr>
              <p:spPr bwMode="auto">
                <a:xfrm>
                  <a:off x="2349" y="3033"/>
                  <a:ext cx="576" cy="396"/>
                </a:xfrm>
                <a:prstGeom prst="rect">
                  <a:avLst/>
                </a:prstGeom>
                <a:noFill/>
                <a:ln w="9525">
                  <a:noFill/>
                  <a:miter lim="800000"/>
                  <a:headEnd/>
                  <a:tailEnd/>
                </a:ln>
                <a:effec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it-IT" altLang="it-IT" sz="2800" b="1">
                      <a:solidFill>
                        <a:srgbClr val="FF3399"/>
                      </a:solidFill>
                      <a:effectLst>
                        <a:outerShdw blurRad="38100" dist="38100" dir="2700000" algn="tl">
                          <a:srgbClr val="000000"/>
                        </a:outerShdw>
                      </a:effectLst>
                      <a:latin typeface="Comic Sans MS" panose="030F0902030302020204" pitchFamily="66" charset="0"/>
                    </a:rPr>
                    <a:t>ATP</a:t>
                  </a:r>
                </a:p>
              </p:txBody>
            </p:sp>
            <p:sp>
              <p:nvSpPr>
                <p:cNvPr id="105485" name="Text Box 14">
                  <a:extLst>
                    <a:ext uri="{FF2B5EF4-FFF2-40B4-BE49-F238E27FC236}">
                      <a16:creationId xmlns:a16="http://schemas.microsoft.com/office/drawing/2014/main" id="{DE8EC75A-64D7-771C-35FF-5583FA919C20}"/>
                    </a:ext>
                  </a:extLst>
                </p:cNvPr>
                <p:cNvSpPr txBox="1">
                  <a:spLocks noChangeArrowheads="1"/>
                </p:cNvSpPr>
                <p:nvPr/>
              </p:nvSpPr>
              <p:spPr bwMode="auto">
                <a:xfrm>
                  <a:off x="1488" y="979"/>
                  <a:ext cx="24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solidFill>
                        <a:schemeClr val="accent2"/>
                      </a:solidFill>
                      <a:latin typeface="Comic Sans MS" panose="030F0902030302020204" pitchFamily="66" charset="0"/>
                    </a:rPr>
                    <a:t>+</a:t>
                  </a:r>
                </a:p>
              </p:txBody>
            </p:sp>
            <p:sp>
              <p:nvSpPr>
                <p:cNvPr id="105486" name="Text Box 15">
                  <a:extLst>
                    <a:ext uri="{FF2B5EF4-FFF2-40B4-BE49-F238E27FC236}">
                      <a16:creationId xmlns:a16="http://schemas.microsoft.com/office/drawing/2014/main" id="{6DF6508C-7A1B-D50C-B406-A1395FFD9A43}"/>
                    </a:ext>
                  </a:extLst>
                </p:cNvPr>
                <p:cNvSpPr txBox="1">
                  <a:spLocks noChangeArrowheads="1"/>
                </p:cNvSpPr>
                <p:nvPr/>
              </p:nvSpPr>
              <p:spPr bwMode="auto">
                <a:xfrm>
                  <a:off x="3552" y="979"/>
                  <a:ext cx="24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solidFill>
                        <a:schemeClr val="accent2"/>
                      </a:solidFill>
                      <a:latin typeface="Comic Sans MS" panose="030F0902030302020204" pitchFamily="66" charset="0"/>
                    </a:rPr>
                    <a:t>-</a:t>
                  </a:r>
                </a:p>
              </p:txBody>
            </p:sp>
            <p:grpSp>
              <p:nvGrpSpPr>
                <p:cNvPr id="105487" name="Group 16">
                  <a:extLst>
                    <a:ext uri="{FF2B5EF4-FFF2-40B4-BE49-F238E27FC236}">
                      <a16:creationId xmlns:a16="http://schemas.microsoft.com/office/drawing/2014/main" id="{73D16C9C-3B3F-B317-6955-D08FEBDA22D6}"/>
                    </a:ext>
                  </a:extLst>
                </p:cNvPr>
                <p:cNvGrpSpPr>
                  <a:grpSpLocks/>
                </p:cNvGrpSpPr>
                <p:nvPr/>
              </p:nvGrpSpPr>
              <p:grpSpPr bwMode="auto">
                <a:xfrm>
                  <a:off x="1200" y="576"/>
                  <a:ext cx="2928" cy="624"/>
                  <a:chOff x="1200" y="576"/>
                  <a:chExt cx="2928" cy="624"/>
                </a:xfrm>
              </p:grpSpPr>
              <p:sp>
                <p:nvSpPr>
                  <p:cNvPr id="105498" name="Line 17">
                    <a:extLst>
                      <a:ext uri="{FF2B5EF4-FFF2-40B4-BE49-F238E27FC236}">
                        <a16:creationId xmlns:a16="http://schemas.microsoft.com/office/drawing/2014/main" id="{B8C27FC8-A113-112B-0353-84DF0CA0D298}"/>
                      </a:ext>
                    </a:extLst>
                  </p:cNvPr>
                  <p:cNvSpPr>
                    <a:spLocks noChangeShapeType="1"/>
                  </p:cNvSpPr>
                  <p:nvPr/>
                </p:nvSpPr>
                <p:spPr bwMode="auto">
                  <a:xfrm flipH="1">
                    <a:off x="2976" y="576"/>
                    <a:ext cx="1152" cy="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5499" name="Line 18">
                    <a:extLst>
                      <a:ext uri="{FF2B5EF4-FFF2-40B4-BE49-F238E27FC236}">
                        <a16:creationId xmlns:a16="http://schemas.microsoft.com/office/drawing/2014/main" id="{96D0537F-364B-376E-3510-E93FCB9C6AF3}"/>
                      </a:ext>
                    </a:extLst>
                  </p:cNvPr>
                  <p:cNvSpPr>
                    <a:spLocks noChangeShapeType="1"/>
                  </p:cNvSpPr>
                  <p:nvPr/>
                </p:nvSpPr>
                <p:spPr bwMode="auto">
                  <a:xfrm>
                    <a:off x="1200" y="576"/>
                    <a:ext cx="0" cy="624"/>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5500" name="Line 19">
                    <a:extLst>
                      <a:ext uri="{FF2B5EF4-FFF2-40B4-BE49-F238E27FC236}">
                        <a16:creationId xmlns:a16="http://schemas.microsoft.com/office/drawing/2014/main" id="{606EE10F-C0BC-C5D4-4BA5-F78DB0076A7F}"/>
                      </a:ext>
                    </a:extLst>
                  </p:cNvPr>
                  <p:cNvSpPr>
                    <a:spLocks noChangeShapeType="1"/>
                  </p:cNvSpPr>
                  <p:nvPr/>
                </p:nvSpPr>
                <p:spPr bwMode="auto">
                  <a:xfrm>
                    <a:off x="1200" y="1200"/>
                    <a:ext cx="336" cy="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5501" name="Line 20">
                    <a:extLst>
                      <a:ext uri="{FF2B5EF4-FFF2-40B4-BE49-F238E27FC236}">
                        <a16:creationId xmlns:a16="http://schemas.microsoft.com/office/drawing/2014/main" id="{5EC3C737-A8E3-D75E-B73B-11667866391D}"/>
                      </a:ext>
                    </a:extLst>
                  </p:cNvPr>
                  <p:cNvSpPr>
                    <a:spLocks noChangeShapeType="1"/>
                  </p:cNvSpPr>
                  <p:nvPr/>
                </p:nvSpPr>
                <p:spPr bwMode="auto">
                  <a:xfrm>
                    <a:off x="1728" y="1200"/>
                    <a:ext cx="288" cy="0"/>
                  </a:xfrm>
                  <a:prstGeom prst="line">
                    <a:avLst/>
                  </a:prstGeom>
                  <a:noFill/>
                  <a:ln w="38100">
                    <a:solidFill>
                      <a:srgbClr val="FF3399"/>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105502" name="Line 21">
                    <a:extLst>
                      <a:ext uri="{FF2B5EF4-FFF2-40B4-BE49-F238E27FC236}">
                        <a16:creationId xmlns:a16="http://schemas.microsoft.com/office/drawing/2014/main" id="{5B0D403A-8FB9-824B-1BDC-D3C4368EBBB8}"/>
                      </a:ext>
                    </a:extLst>
                  </p:cNvPr>
                  <p:cNvSpPr>
                    <a:spLocks noChangeShapeType="1"/>
                  </p:cNvSpPr>
                  <p:nvPr/>
                </p:nvSpPr>
                <p:spPr bwMode="auto">
                  <a:xfrm>
                    <a:off x="4128" y="576"/>
                    <a:ext cx="0" cy="624"/>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5503" name="Line 22">
                    <a:extLst>
                      <a:ext uri="{FF2B5EF4-FFF2-40B4-BE49-F238E27FC236}">
                        <a16:creationId xmlns:a16="http://schemas.microsoft.com/office/drawing/2014/main" id="{42366CBE-9D5B-60C0-3D3A-D7FA4B6126CA}"/>
                      </a:ext>
                    </a:extLst>
                  </p:cNvPr>
                  <p:cNvSpPr>
                    <a:spLocks noChangeShapeType="1"/>
                  </p:cNvSpPr>
                  <p:nvPr/>
                </p:nvSpPr>
                <p:spPr bwMode="auto">
                  <a:xfrm>
                    <a:off x="3792" y="1200"/>
                    <a:ext cx="336" cy="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5504" name="Line 23">
                    <a:extLst>
                      <a:ext uri="{FF2B5EF4-FFF2-40B4-BE49-F238E27FC236}">
                        <a16:creationId xmlns:a16="http://schemas.microsoft.com/office/drawing/2014/main" id="{DFA9B002-D14D-E9AC-F1A0-428492017A6E}"/>
                      </a:ext>
                    </a:extLst>
                  </p:cNvPr>
                  <p:cNvSpPr>
                    <a:spLocks noChangeShapeType="1"/>
                  </p:cNvSpPr>
                  <p:nvPr/>
                </p:nvSpPr>
                <p:spPr bwMode="auto">
                  <a:xfrm flipH="1">
                    <a:off x="3264" y="1200"/>
                    <a:ext cx="336" cy="0"/>
                  </a:xfrm>
                  <a:prstGeom prst="line">
                    <a:avLst/>
                  </a:prstGeom>
                  <a:noFill/>
                  <a:ln w="38100">
                    <a:solidFill>
                      <a:srgbClr val="FF3399"/>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105505" name="Line 24">
                    <a:extLst>
                      <a:ext uri="{FF2B5EF4-FFF2-40B4-BE49-F238E27FC236}">
                        <a16:creationId xmlns:a16="http://schemas.microsoft.com/office/drawing/2014/main" id="{9F27C715-0522-EC46-FA1D-50F3B0A02168}"/>
                      </a:ext>
                    </a:extLst>
                  </p:cNvPr>
                  <p:cNvSpPr>
                    <a:spLocks noChangeShapeType="1"/>
                  </p:cNvSpPr>
                  <p:nvPr/>
                </p:nvSpPr>
                <p:spPr bwMode="auto">
                  <a:xfrm flipH="1">
                    <a:off x="1200" y="576"/>
                    <a:ext cx="1152" cy="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grpSp>
            <p:sp>
              <p:nvSpPr>
                <p:cNvPr id="105488" name="Line 25">
                  <a:extLst>
                    <a:ext uri="{FF2B5EF4-FFF2-40B4-BE49-F238E27FC236}">
                      <a16:creationId xmlns:a16="http://schemas.microsoft.com/office/drawing/2014/main" id="{1E4F82BD-B25B-674E-63C2-D518289E0DF7}"/>
                    </a:ext>
                  </a:extLst>
                </p:cNvPr>
                <p:cNvSpPr>
                  <a:spLocks noChangeShapeType="1"/>
                </p:cNvSpPr>
                <p:nvPr/>
              </p:nvSpPr>
              <p:spPr bwMode="auto">
                <a:xfrm rot="10813920" flipH="1">
                  <a:off x="1198" y="3116"/>
                  <a:ext cx="1152" cy="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5489" name="Line 26">
                  <a:extLst>
                    <a:ext uri="{FF2B5EF4-FFF2-40B4-BE49-F238E27FC236}">
                      <a16:creationId xmlns:a16="http://schemas.microsoft.com/office/drawing/2014/main" id="{8B4B17FD-2818-9476-2B0C-4B219A07584F}"/>
                    </a:ext>
                  </a:extLst>
                </p:cNvPr>
                <p:cNvSpPr>
                  <a:spLocks noChangeShapeType="1"/>
                </p:cNvSpPr>
                <p:nvPr/>
              </p:nvSpPr>
              <p:spPr bwMode="auto">
                <a:xfrm rot="-10786080">
                  <a:off x="3793" y="2501"/>
                  <a:ext cx="336" cy="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5490" name="Line 27">
                  <a:extLst>
                    <a:ext uri="{FF2B5EF4-FFF2-40B4-BE49-F238E27FC236}">
                      <a16:creationId xmlns:a16="http://schemas.microsoft.com/office/drawing/2014/main" id="{368E5CB6-839F-9C8C-95B9-532EBA6D8899}"/>
                    </a:ext>
                  </a:extLst>
                </p:cNvPr>
                <p:cNvSpPr>
                  <a:spLocks noChangeShapeType="1"/>
                </p:cNvSpPr>
                <p:nvPr/>
              </p:nvSpPr>
              <p:spPr bwMode="auto">
                <a:xfrm rot="-10786080">
                  <a:off x="3313" y="2499"/>
                  <a:ext cx="288" cy="0"/>
                </a:xfrm>
                <a:prstGeom prst="line">
                  <a:avLst/>
                </a:prstGeom>
                <a:noFill/>
                <a:ln w="38100">
                  <a:solidFill>
                    <a:srgbClr val="FF3399"/>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105491" name="Line 28">
                  <a:extLst>
                    <a:ext uri="{FF2B5EF4-FFF2-40B4-BE49-F238E27FC236}">
                      <a16:creationId xmlns:a16="http://schemas.microsoft.com/office/drawing/2014/main" id="{65449002-4B13-7E4F-3CDB-2CEFEAB6052F}"/>
                    </a:ext>
                  </a:extLst>
                </p:cNvPr>
                <p:cNvSpPr>
                  <a:spLocks noChangeShapeType="1"/>
                </p:cNvSpPr>
                <p:nvPr/>
              </p:nvSpPr>
              <p:spPr bwMode="auto">
                <a:xfrm rot="-10786080">
                  <a:off x="1200" y="2490"/>
                  <a:ext cx="1" cy="624"/>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5492" name="Line 29">
                  <a:extLst>
                    <a:ext uri="{FF2B5EF4-FFF2-40B4-BE49-F238E27FC236}">
                      <a16:creationId xmlns:a16="http://schemas.microsoft.com/office/drawing/2014/main" id="{C54CECBF-98E0-CE13-B0B2-E2495BBC4B18}"/>
                    </a:ext>
                  </a:extLst>
                </p:cNvPr>
                <p:cNvSpPr>
                  <a:spLocks noChangeShapeType="1"/>
                </p:cNvSpPr>
                <p:nvPr/>
              </p:nvSpPr>
              <p:spPr bwMode="auto">
                <a:xfrm rot="10813920" flipH="1">
                  <a:off x="1680" y="2492"/>
                  <a:ext cx="336" cy="0"/>
                </a:xfrm>
                <a:prstGeom prst="line">
                  <a:avLst/>
                </a:prstGeom>
                <a:noFill/>
                <a:ln w="38100">
                  <a:solidFill>
                    <a:srgbClr val="FF3399"/>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105493" name="Line 30">
                  <a:extLst>
                    <a:ext uri="{FF2B5EF4-FFF2-40B4-BE49-F238E27FC236}">
                      <a16:creationId xmlns:a16="http://schemas.microsoft.com/office/drawing/2014/main" id="{CD68849B-681D-3542-82DB-B4609BE6C585}"/>
                    </a:ext>
                  </a:extLst>
                </p:cNvPr>
                <p:cNvSpPr>
                  <a:spLocks noChangeShapeType="1"/>
                </p:cNvSpPr>
                <p:nvPr/>
              </p:nvSpPr>
              <p:spPr bwMode="auto">
                <a:xfrm rot="10813920" flipH="1">
                  <a:off x="2974" y="3123"/>
                  <a:ext cx="1152" cy="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5494" name="Text Box 31">
                  <a:extLst>
                    <a:ext uri="{FF2B5EF4-FFF2-40B4-BE49-F238E27FC236}">
                      <a16:creationId xmlns:a16="http://schemas.microsoft.com/office/drawing/2014/main" id="{2B44F997-5B2E-6396-A371-7F9237AA31FE}"/>
                    </a:ext>
                  </a:extLst>
                </p:cNvPr>
                <p:cNvSpPr txBox="1">
                  <a:spLocks noChangeArrowheads="1"/>
                </p:cNvSpPr>
                <p:nvPr/>
              </p:nvSpPr>
              <p:spPr bwMode="auto">
                <a:xfrm>
                  <a:off x="1488" y="2256"/>
                  <a:ext cx="24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solidFill>
                        <a:schemeClr val="accent2"/>
                      </a:solidFill>
                      <a:latin typeface="Comic Sans MS" panose="030F0902030302020204" pitchFamily="66" charset="0"/>
                    </a:rPr>
                    <a:t>-</a:t>
                  </a:r>
                </a:p>
              </p:txBody>
            </p:sp>
            <p:sp>
              <p:nvSpPr>
                <p:cNvPr id="105495" name="Text Box 32">
                  <a:extLst>
                    <a:ext uri="{FF2B5EF4-FFF2-40B4-BE49-F238E27FC236}">
                      <a16:creationId xmlns:a16="http://schemas.microsoft.com/office/drawing/2014/main" id="{44E00FAF-88BE-D999-5D3E-0766E1569B9F}"/>
                    </a:ext>
                  </a:extLst>
                </p:cNvPr>
                <p:cNvSpPr txBox="1">
                  <a:spLocks noChangeArrowheads="1"/>
                </p:cNvSpPr>
                <p:nvPr/>
              </p:nvSpPr>
              <p:spPr bwMode="auto">
                <a:xfrm>
                  <a:off x="3552" y="2304"/>
                  <a:ext cx="24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b="1">
                      <a:solidFill>
                        <a:schemeClr val="accent2"/>
                      </a:solidFill>
                      <a:latin typeface="Comic Sans MS" panose="030F0902030302020204" pitchFamily="66" charset="0"/>
                    </a:rPr>
                    <a:t>+</a:t>
                  </a:r>
                </a:p>
              </p:txBody>
            </p:sp>
            <p:sp>
              <p:nvSpPr>
                <p:cNvPr id="105496" name="Text Box 33">
                  <a:extLst>
                    <a:ext uri="{FF2B5EF4-FFF2-40B4-BE49-F238E27FC236}">
                      <a16:creationId xmlns:a16="http://schemas.microsoft.com/office/drawing/2014/main" id="{F36023E7-6FCF-456D-A897-32E168B0D4B7}"/>
                    </a:ext>
                  </a:extLst>
                </p:cNvPr>
                <p:cNvSpPr txBox="1">
                  <a:spLocks noChangeArrowheads="1"/>
                </p:cNvSpPr>
                <p:nvPr/>
              </p:nvSpPr>
              <p:spPr bwMode="auto">
                <a:xfrm>
                  <a:off x="2160" y="816"/>
                  <a:ext cx="240" cy="2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rPr>
                    <a:t>CATABOLISMO</a:t>
                  </a:r>
                </a:p>
              </p:txBody>
            </p:sp>
            <p:sp>
              <p:nvSpPr>
                <p:cNvPr id="105497" name="Text Box 34">
                  <a:extLst>
                    <a:ext uri="{FF2B5EF4-FFF2-40B4-BE49-F238E27FC236}">
                      <a16:creationId xmlns:a16="http://schemas.microsoft.com/office/drawing/2014/main" id="{0D17D08C-8593-8692-A4B1-E875FE5035CF}"/>
                    </a:ext>
                  </a:extLst>
                </p:cNvPr>
                <p:cNvSpPr txBox="1">
                  <a:spLocks noChangeArrowheads="1"/>
                </p:cNvSpPr>
                <p:nvPr/>
              </p:nvSpPr>
              <p:spPr bwMode="auto">
                <a:xfrm>
                  <a:off x="2832" y="912"/>
                  <a:ext cx="240" cy="1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it-IT" altLang="it-IT" sz="2000" b="1">
                      <a:solidFill>
                        <a:schemeClr val="accent2"/>
                      </a:solidFill>
                      <a:latin typeface="Comic Sans MS" panose="030F0902030302020204" pitchFamily="66" charset="0"/>
                    </a:rPr>
                    <a:t>ANABOLISMO</a:t>
                  </a:r>
                </a:p>
              </p:txBody>
            </p:sp>
          </p:gr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truttura predefinita">
  <a:themeElements>
    <a:clrScheme name="Struttura predefini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Struttura predefinit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ruttura predefini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ruttura predefini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ruttura predefini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ruttura predefini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ruttura predefini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ruttura predefini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ruttura predefinita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ruttura predefini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ruttura predefini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ruttura predefini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ruttura predefini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ruttura predefini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9699</TotalTime>
  <Words>2250</Words>
  <Application>Microsoft Macintosh PowerPoint</Application>
  <PresentationFormat>Presentazione su schermo (4:3)</PresentationFormat>
  <Paragraphs>244</Paragraphs>
  <Slides>46</Slides>
  <Notes>43</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46</vt:i4>
      </vt:variant>
    </vt:vector>
  </HeadingPairs>
  <TitlesOfParts>
    <vt:vector size="55" baseType="lpstr">
      <vt:lpstr>Arial</vt:lpstr>
      <vt:lpstr>ＭＳ Ｐゴシック</vt:lpstr>
      <vt:lpstr>Calibri</vt:lpstr>
      <vt:lpstr>Helvetica Neue</vt:lpstr>
      <vt:lpstr>Helvetica Neue LT Std 55 Roman</vt:lpstr>
      <vt:lpstr>Comic Sans MS</vt:lpstr>
      <vt:lpstr>Symbol</vt:lpstr>
      <vt:lpstr>ＭＳ ゴシック</vt:lpstr>
      <vt:lpstr>Struttura predefinita</vt:lpstr>
      <vt:lpstr>Presentazione standard di PowerPoint</vt:lpstr>
      <vt:lpstr>Introduzione</vt:lpstr>
      <vt:lpstr>Presentazione standard di PowerPoint</vt:lpstr>
      <vt:lpstr>Presentazione standard di PowerPoint</vt:lpstr>
      <vt:lpstr>L’energia, di cui necessitano gli organismi viventi, deriva o dalle molecole ad alta energia o dalla luce solare (energia potenziale)</vt:lpstr>
      <vt:lpstr>Leggi della Termodinamica</vt:lpstr>
      <vt:lpstr>BIOENERGETICA</vt:lpstr>
      <vt:lpstr>Presentazione standard di PowerPoint</vt:lpstr>
      <vt:lpstr>Presentazione standard di PowerPoint</vt:lpstr>
      <vt:lpstr>Presentazione standard di PowerPoint</vt:lpstr>
      <vt:lpstr>Tuttavia le reazioni nelle cellule non avvengono a pH=0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Strategie di produzione di ATP nelle cellule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Utente</dc:creator>
  <cp:lastModifiedBy>Domenico D'ARCA</cp:lastModifiedBy>
  <cp:revision>97</cp:revision>
  <dcterms:created xsi:type="dcterms:W3CDTF">2008-02-13T15:39:14Z</dcterms:created>
  <dcterms:modified xsi:type="dcterms:W3CDTF">2024-11-05T15:14:26Z</dcterms:modified>
</cp:coreProperties>
</file>